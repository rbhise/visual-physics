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8e90413-cf95-24ec-7400-5340ca3cb163}">
          <p14:sldIdLst>
            <p14:sldId id="256"/>
            <p14:sldId id="257"/>
          </p14:sldIdLst>
        </p14:section>
        <p14:section name="Key ideas" id="{2ad4f5e8-d9f1-34bd-4fec-62f8c54d42ec}">
          <p14:sldIdLst>
            <p14:sldId id="258"/>
            <p14:sldId id="259"/>
            <p14:sldId id="260"/>
            <p14:sldId id="261"/>
          </p14:sldIdLst>
        </p14:section>
        <p14:section name="Practice" id="{3025568d-ae0c-a731-734f-911d66f6e6ce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eec4cb79-1b0e-894a-23db-94ca2f7f0fe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know when work is done, calculate W = Fs and W = Fs cos θ, use the joule, and classify positive, negative and zero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argue. The physics answer is no: the bag did not move, so no work was done on it. Everyday 'work' and scientific work are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joule: a force of 1 N moving an object 1 m in the direction of the force. Lifting an apple (about 1 N) by 1 m takes about 1 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teal arrow in the picture is F cos θ. The grey dashed arrow is the part at right angles, which does no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more examples of each. Carrying a bag on level ground is the classic zero-work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work removes energy from the moving object, which is why brakes slow a bicycle.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second example, half of the force is wasted pulling upward.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works add to zero because the bag's speed did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86.6 N acts at right angles and only lifts the suitcase slightly off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weight mistake is common: students multiply kg by metres and call it joules.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No; there is no displacement. 2) 60 J. 3) Zero; the force is at 90° to the motion. 4) Negative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list five everyday actions and decide whether each involves positive, negative or zero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Work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Work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work/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Did you do any work?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 hold a heavy bag still for an hour. Your arms ache and you feel tired.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Did you do any work on the bag?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work/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force at right angles to the motion does no work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counts as work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W = F × s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 is done when a force causes displacement.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a force and movement caused by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Unit: joule (J) = 1 N × 1 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Pushing a wall that does not move: zero work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work/p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50 N along the motion for 6 m: W = 300 J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force at an angle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W = F s cos θ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F cos θ, the part along the motion, does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 0° = 1, cos 60° = 0.5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 90° = 0, cos 180° = −1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work/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 60°, only 25 N of the 50 N force moves the box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Positive, negative and zero work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Positive (θ = 0°)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 along the motion: pulling a trolley, gravity on a falling ball.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−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Negative (θ = 180°)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 against the motion: friction, brakes, gravity on a ball thrown up.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Zero (θ = 90°)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 at right angles to the motion, or no motion at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force, opposite work</a:t>
            </a:r>
            <a:endParaRPr lang="en-US" sz="3000" dirty="0"/>
          </a:p>
        </p:txBody>
      </p:sp>
      <p:sp>
        <p:nvSpPr>
          <p:cNvPr id="4" name="θ = 0°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θ = 0° image" descr="/tmp/claude-0/-home-claude/7116491e-74ad-5a48-9637-67025fdd7b6d/scratchpad/deck/work/p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θ = 0°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 N along the motion over 6 m: +300 J.</a:t>
            </a:r>
            <a:endParaRPr lang="en-US" sz="1400" dirty="0"/>
          </a:p>
        </p:txBody>
      </p:sp>
      <p:sp>
        <p:nvSpPr>
          <p:cNvPr id="7" name="θ = 180°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θ = 180° image" descr="/tmp/claude-0/-home-claude/7116491e-74ad-5a48-9637-67025fdd7b6d/scratchpad/deck/work/opp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θ = 180°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 N against the motion over 6 m: −300 J.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sign tells you whether the force helps or opposes the motion.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Pushing a handcart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vendor pushes a handcart with 60 N, moving it 5 m in the direction of the push. Find the work done.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 = 60 ×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300 J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Pulling a suitcase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100 N pull along a handle at 60° to the floor moves a suitcase 10 m. Find the work done.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 = 100 × 10 × cos 60°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100 × 10 × 0.5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500 J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lifting a bag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student lifts a 5 kg bag onto a table 0.8 m high at a steady speed. Find the work done by the student and by gravity. (g = 9.8 m/s²)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Force = mg = 5 × 9.8 = 49 N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Work by student = 49 × 0.8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39.2 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Work by gravity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−39.2 J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work/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Gravity acts down while the bag moves up: negative work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Pulling at an angle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work/suit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 N at 60° over 10 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the 100 N pull: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50 N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along the motion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500 J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 done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Pulling closer to the direction of motion wastes less of your force.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“Tired means work”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displacement, no work, however tiring it feels.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Whole force at an angle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F cos θ does work.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Dropping the sign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Forces against the motion do negative work.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Mass instead of weight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Lifting needs a force of mg newtons.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any work done when you push hard on a wall that does not move?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force of 20 N moves a crate 3 m in its own direction. Find the work done.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coolie walks 50 m on level ground with a load on his head. What work does his upward force do?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kind of work does friction do on a sliding box?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Move the box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Work lesson on the Visual Science &amp; Maths website. Change the force, the angle and the distance, and watch the work bar.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Kinetic and potential energy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work/op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</dc:title>
  <dc:subject>Std 9 Science, Chapter 2 Work and Energy</dc:subject>
  <dc:creator>Visual Science &amp; Maths</dc:creator>
  <cp:lastModifiedBy>Visual Science &amp; Maths</cp:lastModifiedBy>
  <cp:revision>1</cp:revision>
  <dcterms:created xsi:type="dcterms:W3CDTF">2026-10-08T00:44:42Z</dcterms:created>
  <dcterms:modified xsi:type="dcterms:W3CDTF">2026-10-08T00:44:42Z</dcterms:modified>
</cp:coreProperties>
</file>