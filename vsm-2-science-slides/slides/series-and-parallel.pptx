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9be313-2968-a955-8364-c8f3a25ca18c}">
          <p14:sldIdLst>
            <p14:sldId id="256"/>
            <p14:sldId id="257"/>
          </p14:sldIdLst>
        </p14:section>
        <p14:section name="Series" id="{bb155251-cba2-81c1-99db-3e43f619c1e7}">
          <p14:sldIdLst>
            <p14:sldId id="258"/>
          </p14:sldIdLst>
        </p14:section>
        <p14:section name="Parallel" id="{48369627-f87e-fd8c-ea80-5e534d3616f9}">
          <p14:sldIdLst>
            <p14:sldId id="259"/>
            <p14:sldId id="260"/>
          </p14:sldIdLst>
        </p14:section>
        <p14:section name="Practice" id="{157ba750-3faa-e7a5-12e1-03acaf7361d6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5fdc321f-1293-872d-37fb-48c55a24b45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effective resistance in series and parallel, and find the current and voltage for each resistor.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old festival light strings (series) and house lights (parallel).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connection is used to increase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connection is used to reduce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copy this summary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the voltages add up to the battery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take the reciprocal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currents: 1 A, 0.5 A and 0.5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one more example of each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step is the most common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10 Ω. 2) 5 Ω. 3) The potential difference. 4) Each gets the full voltage and works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draw the circuit diagram for the lights and fans in one room of your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Resistors in Series and Parallel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Resistors in Series and Parallel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fails, what happens to the rest?</a:t>
            </a:r>
            <a:endParaRPr lang="en-US" sz="3000" dirty="0"/>
          </a:p>
        </p:txBody>
      </p:sp>
      <p:sp>
        <p:nvSpPr>
          <p:cNvPr id="4" name="Series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eries image" descr="/tmp/claude-0/-home-claude/7116491e-74ad-5a48-9637-67025fdd7b6d/scratchpad/deck/series-and-parallel/seriesBr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Series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path: break one resistor and everything stops.</a:t>
            </a:r>
            <a:endParaRPr lang="en-US" sz="1400" dirty="0"/>
          </a:p>
        </p:txBody>
      </p:sp>
      <p:sp>
        <p:nvSpPr>
          <p:cNvPr id="7" name="Parallel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arallel image" descr="/tmp/claude-0/-home-claude/7116491e-74ad-5a48-9637-67025fdd7b6d/scratchpad/deck/series-and-parallel/parallelBr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Parallel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paths: the others keep working.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Resistors in series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Rs = R₁ + R₂ + R₃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Joined end to end: one path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current through 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Voltages add up to the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Rs is bigger than any one resistor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eries-and-parallel/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Ω + 8 Ω on 12 V: 1 A, split 4 V and 8 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Resistors in parallel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1/Rp = 1/R₁ + 1/R₂ + 1/R₃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Joined between the same two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voltage across 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Branch currents add up to the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Rp is smaller than the smallest resistor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 Ω and 3 Ω on 6 V: 1 A + 2 A = 3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Series or parallel?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Series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Parallel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Effective resistance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Sum (bigger)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Reciprocal of sum of reciprocals (smaller)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Current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in each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Divides; adds to the total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Potential difference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Divides; adds to the total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across each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If one breaks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stop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Others keep working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series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 Ω and 8 Ω are joined in series to 12 V. Find Rs, the current and each voltage.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= 4 + 8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 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12 ÷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V₁ = 4 V, V₂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 V (total 12 V)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eries-and-parallel/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Readouts match the working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parallel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6 Ω and 3 Ω are joined in parallel across 6 V. Find Rp and each branch current.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1/Rp = 1/6 + 1/3 = 3/6, so Rp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I₁ = 6 ÷ 6 = 1 A, I₂ = 6 ÷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A = 6 ÷ 2 ✓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Branch currents 1 A and 2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in parallel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eries-and-parallel/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 Ω, 20 Ω and 20 Ω across 10 V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1/Rp = 0.1 + 0.05 + 0.05 = 0.2: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 Ω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effective resistance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 A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current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5 Ω is less than the smallest resistor, 10 Ω.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 see each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Parallel: homes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appliance gets the full voltage and its own switch.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Series: old light strings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failed bulb puts the whole string out.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Series: cells in a torch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Cells in series add their voltages.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flipping 1/Rp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the reciprocal at the end.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parallel resistors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only for series.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Same current in parallel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voltage, not current.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Voltages add in parallel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branch has the full voltage.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effective resistance of 2 Ω, 3 Ω and 5 Ω in series.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effective resistance of two 10 Ω resistors in parallel.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 parallel circuit, what is the same for every resistor?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household appliances connected in parallel?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Build circuits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Series and Parallel lesson on the Visual Science &amp; Maths website. Change the resistors, switch connections, and break one.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Electricity at home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eries-and-parallel/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Resistors in Series and Parallel</dc:title>
  <dc:subject>Std 9 Science, Chapter 3 Current Electricity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