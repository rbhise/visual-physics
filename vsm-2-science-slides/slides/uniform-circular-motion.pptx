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1724ab-7ac4-a43b-c128-3b61d7c3b0ad}">
          <p14:sldIdLst>
            <p14:sldId id="256"/>
            <p14:sldId id="257"/>
          </p14:sldIdLst>
        </p14:section>
        <p14:section name="Key ideas" id="{42a4640b-e7b4-a5a4-c753-f0ef22872674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3d643773-381a-bcfe-0cde-efa6cfb69c05}">
          <p14:sldIdLst>
            <p14:sldId id="263"/>
            <p14:sldId id="264"/>
            <p14:sldId id="265"/>
            <p14:sldId id="266"/>
          </p14:sldIdLst>
        </p14:section>
        <p14:section name="Wrap-up" id="{5be2b69a-8e58-677e-4661-f6bd2023175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explain why uniform circular motion is accelerated, describe the direction of velocity (tangent), and use v = 2πr/t.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say yes. The faded arrows show the direction changing all the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Lesson 2: velocity changes when speed or direction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square, then an octagon, then a 16-sided shape on the board. As sides increase, the path approaches a circle and the direction changes more and more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common belief that a released object flies straight outwards.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speed = distance ÷ time, with the circumference as the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more: a ceiling fan blade, a stone in a sling, a car on a roundabout.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example shows the importance of converting cm to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links back to Lesson 1: a full lap has distance but zero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conceptual errors worth discussing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Speed. 2) Along the tangent. 3) 4 m/s. 4) Its velocity changes because its direction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time one turn of a ceiling fan, measure the blade length, and estimate the speed of the blade 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Uniform Circular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Uniform Circular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7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speed, changing velocity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merry-go-round turns at a steady rate. Every horse keeps the same speed all the way round.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 is each horse's velocity constant too?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900541"/>
          </a:xfrm>
          <a:prstGeom prst="roundRect">
            <a:avLst>
              <a:gd name="adj" fmla="val 252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82738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1258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Faded arrows: the velocity at earlier points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Uniform circular motion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Motion along a circular path at constant speed.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speed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direction changes at every point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the velocity keeps changing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changing velocity means acceleration: it is accelerated motion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velocity arrow turns as the object goes 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polygon to circle</a:t>
            </a:r>
            <a:endParaRPr lang="en-US" sz="3000" dirty="0"/>
          </a:p>
        </p:txBody>
      </p:sp>
      <p:sp>
        <p:nvSpPr>
          <p:cNvPr id="4" name="Square image frame"/>
          <p:cNvSpPr/>
          <p:nvPr/>
        </p:nvSpPr>
        <p:spPr>
          <a:xfrm>
            <a:off x="461302" y="1060704"/>
            <a:ext cx="4015156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quare image" descr="/tmp/claude-0/-home-claude/7116491e-74ad-5a48-9637-67025fdd7b6d/scratchpad/deck/uniform-circular-motion/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78" y="1097280"/>
            <a:ext cx="3942004" cy="2834640"/>
          </a:xfrm>
          <a:prstGeom prst="rect">
            <a:avLst/>
          </a:prstGeom>
        </p:spPr>
      </p:pic>
      <p:sp>
        <p:nvSpPr>
          <p:cNvPr id="6" name="Square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Direction changes only at the 4 corners.</a:t>
            </a:r>
            <a:endParaRPr lang="en-US" sz="1400" dirty="0"/>
          </a:p>
        </p:txBody>
      </p:sp>
      <p:sp>
        <p:nvSpPr>
          <p:cNvPr id="7" name="Sixteen sides image frame"/>
          <p:cNvSpPr/>
          <p:nvPr/>
        </p:nvSpPr>
        <p:spPr>
          <a:xfrm>
            <a:off x="4667542" y="1060704"/>
            <a:ext cx="4015156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ixteen sides image" descr="/tmp/claude-0/-home-claude/7116491e-74ad-5a48-9637-67025fdd7b6d/scratchpad/deck/uniform-circular-motion/sixt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118" y="1097280"/>
            <a:ext cx="3942004" cy="2834640"/>
          </a:xfrm>
          <a:prstGeom prst="rect">
            <a:avLst/>
          </a:prstGeom>
        </p:spPr>
      </p:pic>
      <p:sp>
        <p:nvSpPr>
          <p:cNvPr id="9" name="Sixteen sides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Sixteen smaller turns. A circle has a turn at every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Velocity is along the tangent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any point, the velocity points along the tangent, at right angles to the radius.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 go, and the object moves off along the tangent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Mud flies off a spinning bicycle wheel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Sparks leave a grinding wheel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coin slides off a turning disc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circular-motion/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Released object: straight along the tangent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Finding the speed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2πr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round = circumference = 2πr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 = time for one complete round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 = radius, not diameter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π = 3.14 or 22/7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niform-circular-motion/sixt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Distance in one round ÷ time for one 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 see it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Clock hands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tip of the second hand moves round at a steady speed.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Satellites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satellites circle the Earth at nearly constant speed.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Grinding wheel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Sparks fly off along the tangent.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cycling track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cyclist rides once round a track of radius 35 m in 44 s. Find her speed (π = 22/7).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2 × 22/7 × 35 ÷ 44 = 220 ÷ 44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m/s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second hand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second hand of a clock is 10 cm long. Find the speed of its tip.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0.1 m, t = 60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2 × 3.14 × 0.1 ÷ 60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0.0105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merry-go-round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child sits 3 m from the centre of a merry-go-round that makes one round every 6 s. Find the speed, and the distance and displacement after one round.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2 × 3.14 × 3 ÷ 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3.14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in one round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18.84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Displacement after one round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Back at the start after one round: displacement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“Constant speed, no acceleration”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direction keeps changing, so the velocity does too.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“It flies straight outwards”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released object leaves along the tangent.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Using the diameter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 is the radius. Halve a diameter first.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time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v = 2πr/t, t is the time for one full 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uniform circular motion, which stays constant: speed or velocity?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stone whirled on a string is released. Which way does it move?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speed for r = 7 m and one round in 11 s (π = 22/7).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uniform circular motion called accelerated motion?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Go round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Uniform Circular Motion lesson on the Visual Science &amp; Maths website. Try a square, a polygon and a circle, then press Let go.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Newton's laws of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niform-circular-motion/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