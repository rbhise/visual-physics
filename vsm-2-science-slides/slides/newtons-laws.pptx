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11a4932-6359-d79e-9c55-700581180a31}">
          <p14:sldIdLst>
            <p14:sldId id="256"/>
            <p14:sldId id="257"/>
          </p14:sldIdLst>
        </p14:section>
        <p14:section name="Forces" id="{fcbe9197-7b6a-ae35-3709-0d43e3512076}">
          <p14:sldIdLst>
            <p14:sldId id="258"/>
          </p14:sldIdLst>
        </p14:section>
        <p14:section name="First law" id="{0b387eb1-1683-d4a5-1a17-16f8e665eff8}">
          <p14:sldIdLst>
            <p14:sldId id="259"/>
            <p14:sldId id="260"/>
          </p14:sldIdLst>
        </p14:section>
        <p14:section name="Second law" id="{22fe4175-c874-fcba-2908-a3095e1c7598}">
          <p14:sldIdLst>
            <p14:sldId id="261"/>
            <p14:sldId id="262"/>
          </p14:sldIdLst>
        </p14:section>
        <p14:section name="Third law" id="{3e5af540-0018-b201-238f-c6e1fae8229d}">
          <p14:sldIdLst>
            <p14:sldId id="263"/>
          </p14:sldIdLst>
        </p14:section>
        <p14:section name="Practice" id="{73f29e89-face-4de7-8956-62db07263269}">
          <p14:sldIdLst>
            <p14:sldId id="264"/>
            <p14:sldId id="265"/>
            <p14:sldId id="266"/>
            <p14:sldId id="267"/>
          </p14:sldIdLst>
        </p14:section>
        <p14:section name="Wrap-up" id="{5f13f5a6-b89f-e4fe-0057-0c2d7efc09e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tell balanced from unbalanced forces, state Newton's three laws, explain inertia, and use F = 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students' everyday observations about pushes, pulls and sudden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 of war is the classic example of balanced forces: the rope does not move although both teams pull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crate in the picture has two equal pushes on it and keeps moving at constant velocity. This surprises students who think motion needs a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coin and card demonstration if you can. It works best with a smooth card and a heavy coin.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1 N = 1 kg × 1 m/s² = 1 kg·m/s²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and second laws together: F = 0 gives a = 0, so the velocity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action force has an equal and opposite reaction force, acting at the same time on a different object. The balloon-powered boat is a great class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find the net force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Pulling the hands back while catching increases the time and reduces the force. The second example uses v = u + at from Lesson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are deep misconceptions; spend time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Balanced. 2) Inertia of rest. 3) 3 m/s². 4) It pushes the swimmer forwards.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make a balloon-powered boat or car and explain its motion using the third 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Newton's Laws of Motion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Newton's Laws of Motion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8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newtons-laws/pu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do things move the way they do?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bus brakes and passengers lurch forward. A gun fires and kicks back against the shoulder.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rules connect forces and motion?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newtons-laws/pu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40 N push on a 20 kg crate on smooth ice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Balanced and unbalanced forces</a:t>
            </a:r>
            <a:endParaRPr lang="en-US" sz="3000" dirty="0"/>
          </a:p>
        </p:txBody>
      </p:sp>
      <p:sp>
        <p:nvSpPr>
          <p:cNvPr id="4" name="Balanced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Balanced image" descr="/tmp/claude-0/-home-claude/7116491e-74ad-5a48-9637-67025fdd7b6d/scratchpad/deck/newtons-laws/t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Balanced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 N each way: net force 0, the crate stays at rest.</a:t>
            </a:r>
            <a:endParaRPr lang="en-US" sz="1400" dirty="0"/>
          </a:p>
        </p:txBody>
      </p:sp>
      <p:sp>
        <p:nvSpPr>
          <p:cNvPr id="7" name="Unbalanced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Unbalanced image" descr="/tmp/claude-0/-home-claude/7116491e-74ad-5a48-9637-67025fdd7b6d/scratchpad/deck/newtons-laws/pu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Unbalanced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40 N one way: net force 40 N, the crate speeds up.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Only an unbalanced (net) force changes the motion.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First law: inertia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object stays at rest, or in uniform motion in a straight line, unless an unbalanced force acts on it.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2084832"/>
            <a:ext cx="4023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Inertia: the tendency to keep doing what it is doing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More mass, more inertia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net force does not mean no motion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newtons-laws/g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Balanced forces on a moving crate: it keeps sliding at 2 m/s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kinds of inertia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Inertia of rest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Flick a card from under a coin: the coin drops straight into the glass.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Inertia of motion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When a bus brakes, passengers keep moving forward.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Inertia of direction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 a sharp turn, passengers feel pushed to the side.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Second law: F = ma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F = ma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Momentum P = mv (kg·m/s)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Rate of change of momentum ∝ applied force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a fixed mass: F = 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newton gives 1 kg an acceleration of 1 m/s²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newtons-laws/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Net 30 N on 20 kg: a = 1.5 m/s²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Balanced, yet moving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newtons-laws/g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30 N each way on a crate already moving at 2 m/s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With balanced forces on a moving crate: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 N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net force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 m/s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velocity, unchanged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Zero net force means zero acceleration, not zero velocity.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Third law: action and reaction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Rocket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Pushes gases down; the gases push it up.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Gun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Pushes the bullet forward; the bullet pushes it back.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Walking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foot pushes the ground back; the ground pushes you forward.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Swimming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Hands push water back; water pushes the swimmer forward.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Pushing a crate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40 N right and 10 N left act on a 20 kg crate on ice. Find the acceleration.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Net force = 40 − 10 = 30 N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30 ÷ 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1.5 m/s²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car pulling away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What force gives a 1200 kg car an acceleration of 1.5 m/s²?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 = ma = 1200 × 1.5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1800 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examples: time matters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Catching a cricket ball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0.15 kg ball at 20 m/s is stopped in 0.1 s. Find the force. What if stopping takes 0.3 s?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Change in momentum = 0.15 × 20 = 3 kg·m/s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Force = 3 ÷ 0.1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 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Force = 3 ÷ 0.3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 N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Pushing against motion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20 kg crate slides at 3 m/s. A 20 N push acts against it. When does it stop?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−20 ÷ 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−1 m/s²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 = 3 − 1 × t, so t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“Action and reaction cancel”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act on different objects, so they never cancel.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“Motion needs a force”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Forces change motion. Without friction, motion continues by itself.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direction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Opposite forces subtract. Find the net force first.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Grams in F = ma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Mass must be in kg: 150 g = 0.15 kg.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book lies still on a table. Are the forces on it balanced or unbalanced?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bus starts suddenly and passengers fall backwards. Which kind of inertia?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net force of 12 N acts on a 4 kg trolley. Find its acceleration.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swimmer pushes water backwards. What does the reaction force do?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Push the crate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Newton's Laws lesson on the Visual Science &amp; Maths website. Balance the forces, unbalance them, and watch the velocity.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Conservation of momentum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newtons-laws/op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Newton's Laws of Motion</dc:title>
  <dc:subject>Std 9 Science, Chapter 1 Laws of Motion</dc:subject>
  <dc:creator>Visual Science &amp; Maths</dc:creator>
  <cp:lastModifiedBy>Visual Science &amp; Maths</cp:lastModifiedBy>
  <cp:revision>1</cp:revision>
  <dcterms:created xsi:type="dcterms:W3CDTF">2026-10-08T00:44:42Z</dcterms:created>
  <dcterms:modified xsi:type="dcterms:W3CDTF">2026-10-08T00:44:42Z</dcterms:modified>
</cp:coreProperties>
</file>