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34b232-b2d3-d1c0-9c5e-ace450b58fdd}">
          <p14:sldIdLst>
            <p14:sldId id="256"/>
            <p14:sldId id="257"/>
          </p14:sldIdLst>
        </p14:section>
        <p14:section name="Key ideas" id="{04414fd1-b20a-750d-f39e-d7a3e19a2ba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54927617-5ba8-b21e-55ce-82cb7008e813}">
          <p14:sldIdLst>
            <p14:sldId id="264"/>
            <p14:sldId id="265"/>
            <p14:sldId id="266"/>
          </p14:sldIdLst>
        </p14:section>
        <p14:section name="Wrap-up" id="{1fad6a97-9fea-d15a-932f-be7220973b4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how sound is produced and travels, describe compressions and rarefactions, and use v = νλ.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sound starts with a vibration.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bell-jar experiment: the bell fades as air is pumped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slinky pushed back and forth shows the same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Sound in air is always longitudinal.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one period the wave moves one wavelength: v = λ/T = νλ.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340 Hz on the earlier slide: λ = 1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goes with frequency; loudness goes with amplitude.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formula first, then substitute.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why we see the Sun's explosions but never hear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Back and forth along the direction of travel. 2) 0.5 m. 3) Amplitude. 4) There is no air on the Moon to carry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a string telephone made from two cups shows sound travelling through a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Sound Waves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Sound Waves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Feel the buzz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Touch your throat while you hum. Strike a tuning fork and dip it in water: it splashes.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sounds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speaker pushing on the air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Sound needs a medium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vibrating object pushes the particles next to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particle pushes its neighbours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Solids, liquids and gases can carry sound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particles, no sound: a vacuum is silent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ound-waves/vacu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air removed, nothing carries the vibration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Longitudinal waves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vibrate along the direction of travel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Compression (C): particles crowded together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Rarefaction (R): particles spread apart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stay in place; the pattern travels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Watch the red particle: it only shakes in place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Longitudinal and transverse</a:t>
            </a:r>
            <a:endParaRPr lang="en-US" sz="3000" dirty="0"/>
          </a:p>
        </p:txBody>
      </p:sp>
      <p:sp>
        <p:nvSpPr>
          <p:cNvPr id="4" name="Sound in air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ound in air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Sound in air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Particles move along the wave: compressions and rarefactions.</a:t>
            </a:r>
            <a:endParaRPr lang="en-US" sz="1400" dirty="0"/>
          </a:p>
        </p:txBody>
      </p:sp>
      <p:sp>
        <p:nvSpPr>
          <p:cNvPr id="7" name="Wave on a string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Wave on a string image" descr="/tmp/claude-0/-home-claude/7116491e-74ad-5a48-9637-67025fdd7b6d/scratchpad/deck/sound-waves/st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Wave on a string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Particles move across the wave: crests and troughs.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Describing a wave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λ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Wavelength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 between two neighbouring compressions. Unit: m.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ν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Frequency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Vibrations per second. Unit: hertz (Hz).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T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period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for one vibration. T = 1/ν.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Amplitude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Largest change from the undisturbed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of a wave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v = ν × λ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Higher frequency: shorter wavelength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one medium, speed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Air: about 340 m/s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ound-waves/w8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850 Hz: λ = 0.40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Pitch and loudness</a:t>
            </a:r>
            <a:endParaRPr lang="en-US" sz="3000" dirty="0"/>
          </a:p>
        </p:txBody>
      </p:sp>
      <p:sp>
        <p:nvSpPr>
          <p:cNvPr id="4" name="Low pitch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ow pitch image" descr="/tmp/claude-0/-home-claude/7116491e-74ad-5a48-9637-67025fdd7b6d/scratchpad/deck/sound-waves/w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Low pitch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 Hz: long wavelength, deep note.</a:t>
            </a:r>
            <a:endParaRPr lang="en-US" sz="1400" dirty="0"/>
          </a:p>
        </p:txBody>
      </p:sp>
      <p:sp>
        <p:nvSpPr>
          <p:cNvPr id="7" name="Loud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Loud image" descr="/tmp/claude-0/-home-claude/7116491e-74ad-5a48-9637-67025fdd7b6d/scratchpad/deck/sound-waves/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Loud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amplitude: more energy, louder sound.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tuning fork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ν = 500 Hz, v = 340 m/s. Find λ and 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340 ÷ 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0.68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1 ÷ 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0.002 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far in 3 s?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ν = 850 Hz, λ = 0.4 m. How far does the sound travel in 3 s?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850 × 0.4 = 340 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340 ×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1020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“The air travels to your ear”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disturbance travels.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“High notes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medium, same speed.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Pitch vs loudness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Pitch: frequency. Loudness: amplitude.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“Sound crosses space”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Sound needs a medium.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air particles move in a sound wave?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sound of 680 Hz travels at 340 m/s. Find its wavelength.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property of a sound decides its loudness?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can't astronauts hear each other directly on the Moon?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Make waves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Sound Waves lesson on the Visual Science &amp; Maths website. Change the frequency and amplitude and watch the particles.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speed of sound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ound-waves/w8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Waves</dc:title>
  <dc:subject>Std 9 Science, Chapter 12 Study of Sound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