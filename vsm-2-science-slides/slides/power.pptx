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b910edb-389a-3881-1e1a-e2bb3cd75cac}">
          <p14:sldIdLst>
            <p14:sldId id="256"/>
            <p14:sldId id="257"/>
          </p14:sldIdLst>
        </p14:section>
        <p14:section name="Key ideas" id="{70032126-fb0c-76be-e4fe-5b4d775e5a4b}">
          <p14:sldIdLst>
            <p14:sldId id="258"/>
            <p14:sldId id="259"/>
            <p14:sldId id="260"/>
            <p14:sldId id="261"/>
          </p14:sldIdLst>
        </p14:section>
        <p14:section name="Practice" id="{371335c6-c211-d7ac-f0c4-c4ade57f99f7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080e5a8b-4af7-5190-ce9d-a44e6a11197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calculate power, use watts, kilowatts and horsepower, and work out electricity use in kWh.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do the same work. The runner is more powerful because she does it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is also the rate at which energy is transferred, for example by an electric heater.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depends on both work and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= 4900 ÷ 10 and 4900 ÷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kWh is a unit of energy, not power. Students often mix these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to use seconds for watts.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check a real electricity bill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Units = kW × 4 × 30. The lesson page has a calculator for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errors are the main source of wrong answers in this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200 W. 2) 3.6 × 10⁶ J. 3) 746 W. 4) The one who takes 10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list the appliances at home, their power ratings and daily use, and estimate the monthly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Power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Power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power/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work, different speed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students carry identical bags up the same staircase. One runs, one walks.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 does more work? Who is more powerful?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power/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load, same height: A takes 10 s, B takes 20 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Power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 = W ÷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rate of doing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Unit: watt (W) = 1 J per second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kW = 1000 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horsepower (hp) = 746 W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power/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 lifts twice the load in the same time: twice the power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Comparing hoists</a:t>
            </a:r>
            <a:endParaRPr lang="en-US" sz="3000" dirty="0"/>
          </a:p>
        </p:txBody>
      </p:sp>
      <p:sp>
        <p:nvSpPr>
          <p:cNvPr id="4" name="Different times image frame"/>
          <p:cNvSpPr/>
          <p:nvPr/>
        </p:nvSpPr>
        <p:spPr>
          <a:xfrm>
            <a:off x="42062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Different times image" descr="/tmp/claude-0/-home-claude/7116491e-74ad-5a48-9637-67025fdd7b6d/scratchpad/deck/power/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730910"/>
          </a:xfrm>
          <a:prstGeom prst="rect">
            <a:avLst/>
          </a:prstGeom>
        </p:spPr>
      </p:pic>
      <p:sp>
        <p:nvSpPr>
          <p:cNvPr id="6" name="Different times text"/>
          <p:cNvSpPr txBox="1"/>
          <p:nvPr/>
        </p:nvSpPr>
        <p:spPr>
          <a:xfrm>
            <a:off x="45720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4900 J of work: A 490 W, B 245 W.</a:t>
            </a:r>
            <a:endParaRPr lang="en-US" sz="1400" dirty="0"/>
          </a:p>
        </p:txBody>
      </p:sp>
      <p:sp>
        <p:nvSpPr>
          <p:cNvPr id="7" name="Equal power image frame"/>
          <p:cNvSpPr/>
          <p:nvPr/>
        </p:nvSpPr>
        <p:spPr>
          <a:xfrm>
            <a:off x="462686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Equal power image" descr="/tmp/claude-0/-home-claude/7116491e-74ad-5a48-9637-67025fdd7b6d/scratchpad/deck/power/eq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730910"/>
          </a:xfrm>
          <a:prstGeom prst="rect">
            <a:avLst/>
          </a:prstGeom>
        </p:spPr>
      </p:pic>
      <p:sp>
        <p:nvSpPr>
          <p:cNvPr id="9" name="Equal power text"/>
          <p:cNvSpPr txBox="1"/>
          <p:nvPr/>
        </p:nvSpPr>
        <p:spPr>
          <a:xfrm>
            <a:off x="466344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Twice the work in twice the time: both 392 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is more powerful?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power/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3091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98363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Both lift 50 kg through 10 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work, 4900 J each. A takes 10 s, B takes 20 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490 W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hoist A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245 W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hoist B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Doing the same work in half the time means twice the power.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kilowatt hour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 kWh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“unit” on your bill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 used by 1 kW for 1 hour.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3.6 MJ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 joules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1000 W × 3600 s = 3.6 × 10⁶ J.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kW × h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to calculate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 = power in kW × time in hours.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Climbing the stairs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Raju (50 kg) runs up stairs 12 m high in 20 s. Find his work and power.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 = 50 × 9.8 ×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5880 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 = 5880 ÷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294 W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water pump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pump lifts 200 kg of water 15 m in 60 s. Find its power in W and hp.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 = 200 × 9.8 × 15 = 29 400 J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 = 29 400 ÷ 60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490 W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 hp: 490 ÷ 746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0.66 hp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the geyser bill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1500 W geyser runs 40 minutes a day. Find the units used in 30 days and the cost at ₹8 per unit.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Per day: 1.5 kW × ⅔ h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kWh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 30 days: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 kWh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Cost: 30 × 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₹240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power/eq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Power × time = energy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Household appliances</a:t>
            </a:r>
            <a:endParaRPr lang="en-US" sz="30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Appliance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Power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Units in 4 h a day for 30 days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LED bulb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Ceiling fan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75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Television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Iron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1000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120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Geyser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2000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240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Work vs power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 in J; power in J/s = W.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Minutes for watts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seconds for watts, hours for kWh.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Watts in kWh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by 1000 first.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“kWh is power”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kWh is a unit of energy.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motor does 6000 J of work in 30 s. Find its power.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joules are in 1 kWh?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watts make 1 horsepower?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equal-mass girls climb the same stairs in 10 s and 15 s. Who is more powerful?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Race the hoists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Power lesson on the Visual Science &amp; Maths website. Compare two hoists, then work out your home's electricity use.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Simple machines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power/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</dc:title>
  <dc:subject>Std 9 Science, Chapter 2 Work and Energy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