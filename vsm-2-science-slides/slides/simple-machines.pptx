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753b0e0-7a22-e168-c0de-ab28b9313db0}">
          <p14:sldIdLst>
            <p14:sldId id="256"/>
            <p14:sldId id="257"/>
          </p14:sldIdLst>
        </p14:section>
        <p14:section name="Key ideas" id="{496c7aa4-c7fc-3e6f-6274-59fcc09ddd60}">
          <p14:sldIdLst>
            <p14:sldId id="258"/>
          </p14:sldIdLst>
        </p14:section>
        <p14:section name="Levers" id="{98bbbae4-b2b3-e89d-7d16-5f1ab66ec128}">
          <p14:sldIdLst>
            <p14:sldId id="259"/>
            <p14:sldId id="260"/>
            <p14:sldId id="261"/>
          </p14:sldIdLst>
        </p14:section>
        <p14:section name="Other machines" id="{591af063-13bf-293d-4047-a1fb7a492a3a}">
          <p14:sldIdLst>
            <p14:sldId id="262"/>
          </p14:sldIdLst>
        </p14:section>
        <p14:section name="Practice" id="{9d4b6361-42dc-5c37-59ef-300641d6daa9}">
          <p14:sldIdLst>
            <p14:sldId id="263"/>
            <p14:sldId id="264"/>
            <p14:sldId id="265"/>
            <p14:sldId id="266"/>
          </p14:sldIdLst>
        </p14:section>
        <p14:section name="Wrap-up" id="{eb1b3ebb-fe82-992d-4695-ff601b55293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lesson follows the new NCERT Class 9 book. Goal: students can calculate mechanical advantage, use the law of the lever, classify levers and analyse a ramp.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machine does not create energy. The effort moves six times farther than the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give 900 J of work. The machine only changes how that work is delivered.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 with a ruler balanced on a pencil and coins as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aid: the class number tells you what is in the middle: 1 fulcrum, 2 load, 3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why we use tongs at all: precision and reach, not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well pulley does not reduce the force; it lets you pull down using your body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both cases, work in = work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cancels, so 20 × 1.5 = 30 × d also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conservation from Lesson 3 explains why machines cannot give out more work than they take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4. 2) Class II. 3) 80 N. 4) No; it can reduce the force, but the work stays the same or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find five levers at home and classify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Simple Machines · Std 9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2 WORK AND ENERGY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Simple Machines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5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imple-machines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Lifting a rock with a bar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600 N rock is far too heavy to lift by hand. With a long crowbar, a 100 N push does it.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does the extra force come from?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imple-machines/crow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Class I lever: effort arm 3 m, load arm 0.5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Mechanical advantage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MA = load ÷ effort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Effort: the force you apply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Load: the force you overcome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 out is never more than work 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Less force means more distance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imple-machines/r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ramp: 150 N over 6 m instead of 600 N over 1.5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law of the lever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 × effort arm = L × load arm</a:t>
            </a:r>
            <a:endParaRPr lang="en-US" sz="18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Fulcrum: the fixed turning point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Arms are measured from the fulcrum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 = effort arm ÷ load arm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longer effort arm gives a bigger advantage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imple-machines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 × 3 = 600 × 0.5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classes of lever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Fulcrum in the middle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Seesaw, crowbar, scissors.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II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Load in the middle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Wheelbarrow, nutcracker, bottle opener. MA &gt; 1.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III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Effort in the middle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Tongs, tweezers, forearm. MA &lt; 1, but more speed.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Class II and class III</a:t>
            </a:r>
            <a:endParaRPr lang="en-US" sz="3000" dirty="0"/>
          </a:p>
        </p:txBody>
      </p:sp>
      <p:sp>
        <p:nvSpPr>
          <p:cNvPr id="4" name="Wheelbarrow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Wheelbarrow image" descr="/tmp/claude-0/-home-claude/7116491e-74ad-5a48-9637-67025fdd7b6d/scratchpad/deck/simple-machines/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Wheelbarrow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600 N, effort 200 N: MA 3.</a:t>
            </a:r>
            <a:endParaRPr lang="en-US" sz="1400" dirty="0"/>
          </a:p>
        </p:txBody>
      </p:sp>
      <p:sp>
        <p:nvSpPr>
          <p:cNvPr id="7" name="Tongs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ongs image" descr="/tmp/claude-0/-home-claude/7116491e-74ad-5a48-9637-67025fdd7b6d/scratchpad/deck/simple-machines/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Tongs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100 N, effort 400 N: MA 0.25.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 class III lever costs force but gains distance and speed at the load end.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Ramps and pulleys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Ramp: MA = L ÷ h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Effort × L = load × h (no friction)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Longer, gentler ramp: less force needed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Fixed pulley: MA 1, changes direction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Movable pulley: ideal MA 2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imple-machines/r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 = 6 m, h = 1.5 m: MA = 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crowbar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Load 600 N, load arm 0.2 m, effort arm 1.2 m. Find the effort and MA.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 × 1.2 = 600 × 0.2, E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100 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 = 600 ÷ 100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loading ramp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800 N sack is pushed up a smooth 4 m ramp to a 1 m platform. Find the effort and MA.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 × 4 = 800 × 1, E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200 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 = 4 ÷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balancing a seesaw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20 kg child sits 1.5 m from the middle of a seesaw. Where must a 30 kg child sit to balance?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196 × 1.5 = 294 × d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 m from the middle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imple-machines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heavier child sits closer to the fulcrum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“Machines make energy”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trade force for distance.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Arms from the bar's end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from the fulcrum.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 upside down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 = load ÷ effort.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“Class III is useless”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gives speed and reach.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machine lifts 500 N with an effort of 125 N. Find its MA.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class of lever is a wheelbarrow?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effort pushes a 400 N box up a smooth ramp 5 m long and 1 m high?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a simple machine reduce the work needed?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Balance a lever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Simple Machines lesson on the Visual Science &amp; Maths website. Try all three lever classes and a ramp.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2: Work and Energy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imple-machines/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Machines</dc:title>
  <dc:subject>Std 9 Science, Chapter 2 Work and Energy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