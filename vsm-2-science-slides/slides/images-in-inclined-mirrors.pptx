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16934bf-e7ff-74ec-f8fe-e06e58378261}">
          <p14:sldIdLst>
            <p14:sldId id="256"/>
            <p14:sldId id="257"/>
          </p14:sldIdLst>
        </p14:section>
        <p14:section name="Key ideas" id="{8e33cd75-299e-5ede-d142-5f33699bb3ea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e65c1383-9172-210e-fe9e-32bc12d8e225}">
          <p14:sldIdLst>
            <p14:sldId id="263"/>
            <p14:sldId id="264"/>
            <p14:sldId id="265"/>
            <p14:sldId id="266"/>
          </p14:sldIdLst>
        </p14:section>
        <p14:section name="Wrap-up" id="{475bad09-bc96-382d-7c06-4e9b52507cb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n = 360°/A − 1 in both directions and explain the kaleidoscope and periscope.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possible, bring two mirrors and a coin and let students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−1 removes the object itself from the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what happens as A approaches 0°?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more reflections an image needs, the dimmer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printed letter F as the object to make this vivid.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periscope's two mirrors each turn the light through 90°.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reverse problem, add 1 before dividing into 360°.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the tube moves the beads and the whole pattern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angles like 50°, the count depends on where the object is placed.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4. 2) 90°. 3) A periscope. 4) It increases; parallel mirrors give endless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idea: build a kaleidoscope from three mirror strips and a cardboard tube.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Images in Inclined Mirrors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Images in Inclined Mirrors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crowd of you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a tailor's shop, two mirrors at an angle show several copies of you at once.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images, and where do they come from?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images-in-inclined-mirrors/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Mirrors at 90°: three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Mirrors at an angle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n = 360° ÷ A − 1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Light reflects from one mirror, then the other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Smaller angle: more reflections, more images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Works neatly when 360° ÷ A is a whole number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Object placed midway between the mirrors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60°: 360 ÷ 60 − 1 = 5 images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Angle and number of images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Angle A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120°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90°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72°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60°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45°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30°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360° ÷ A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Images n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Closing the mirrors</a:t>
            </a:r>
            <a:endParaRPr lang="en-US" sz="3000" dirty="0"/>
          </a:p>
        </p:txBody>
      </p:sp>
      <p:sp>
        <p:nvSpPr>
          <p:cNvPr id="4" name="90°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90° image" descr="/tmp/claude-0/-home-claude/7116491e-74ad-5a48-9637-67025fdd7b6d/scratchpad/deck/images-in-inclined-mirrors/a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90°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images: two from one reflection, one from two.</a:t>
            </a:r>
            <a:endParaRPr lang="en-US" sz="1400" dirty="0"/>
          </a:p>
        </p:txBody>
      </p:sp>
      <p:sp>
        <p:nvSpPr>
          <p:cNvPr id="7" name="45°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45° image" descr="/tmp/claude-0/-home-claude/7116491e-74ad-5a48-9637-67025fdd7b6d/scratchpad/deck/images-in-inclined-mirrors/a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45°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images: the far ones need four reflections.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Reversed or not?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reflection swaps left and right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reflection: image reversed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reflections: reversed twice, so the right way round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Watch the flags in the simulation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images-in-inclined-mirrors/a1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120°: two images, both reversed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Using inclined mirrors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Kaleidoscope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mirror strips at 60° turn bits of glass into patterns.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Periscope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parallel mirrors at 45° let you see over a wall.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 mirrors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Facing mirrors give an endless row of images.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Tailor's mirrors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Angled mirrors show you from several sides.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Counting images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Two mirrors are at 40° with a coin between them. How many images form?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360° ÷ 40° = 9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n = 9 − 1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8 images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Finding the angle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student sees 11 images of a pencil between two mirrors. Find the angle.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360° ÷ A = 11 + 1 = 12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360° ÷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Inside a kaleidoscope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images-in-inclined-mirrors/a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Each pair of mirrors at 60°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360° ÷ 60° − 1: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images of a bead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copies in the pattern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six copies sit evenly around the centre: that is the symmetry you see.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the −1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360° ÷ A counts the object too.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“Smaller angle, fewer images”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the other way round.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images alike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Odd numbers of reflections give reversed images.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Any angle at all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rule is neat when 360° ÷ A is whole.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images do two mirrors at 72° form?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Three images are seen. What is the angle between the mirrors?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instrument uses two parallel mirrors each at 45°?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happens to the number of images as the angle gets smaller?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Count the images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Images in Inclined Mirrors lesson on the Visual Science &amp; Maths website. Change the angle and count the dashed images.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Spherical mirrors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images-in-inclined-mirrors/a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 in Inclined Mirrors</dc:title>
  <dc:subject>Std 9 Science, Chapter 11 Reflection of Light</dc:subject>
  <dc:creator>Visual Science &amp; Maths</dc:creator>
  <cp:lastModifiedBy>Visual Science &amp; Maths</cp:lastModifiedBy>
  <cp:revision>1</cp:revision>
  <dcterms:created xsi:type="dcterms:W3CDTF">2026-10-08T00:44:44Z</dcterms:created>
  <dcterms:modified xsi:type="dcterms:W3CDTF">2026-10-08T00:44:44Z</dcterms:modified>
</cp:coreProperties>
</file>