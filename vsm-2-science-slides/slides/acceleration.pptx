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c64b76d-bd42-532b-5f18-f549fec8b596}">
          <p14:sldIdLst>
            <p14:sldId id="256"/>
            <p14:sldId id="257"/>
          </p14:sldIdLst>
        </p14:section>
        <p14:section name="Key ideas" id="{47d3ae2c-c13f-45d8-c889-237e6fb58af5}">
          <p14:sldIdLst>
            <p14:sldId id="258"/>
            <p14:sldId id="259"/>
            <p14:sldId id="260"/>
            <p14:sldId id="261"/>
          </p14:sldIdLst>
        </p14:section>
        <p14:section name="Practice" id="{0cb618a1-63a2-3544-ecc6-d9ee9f0e07f4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78efd30-f38c-81c2-bc08-68eb271eda5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calculate acceleration from a = (v − u)/t, use the unit m/s², and classify positive, negative and zero acceleration.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 that 'how fast velocity changes' is a quantity in its own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units out in full once: (m/s) ÷ s = m/s². Students often write m/s by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an example of each: a ball rolling down a slope, a car braking, a train cruising.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dashed step on each graph: the change in velocity in one second is the acceleration.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Equal changes of velocity in equal times is uniform acceleration, here 3 m/s². A ball rolling down a smooth slope behaves like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minus sign in the second answer is the physics: it says the bus is decelerating.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convert to m/s before dividing by time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v = u + at with v = 0 as a preview of the equations of motion (Lesson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point is a good discussion question for stronger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 m/s². 2) Zero. 3) The velocity is decreasing (deceleration). 4) m/s².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five situations at home or on the road and classify each acceleration as positive, negative or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Acceleration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Acceleration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quickly does velocity change?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scooter pulls away from a green light. A bus slows down as it reaches a stop. Both velocities are changing.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changes faster, and how can we measure it?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900541"/>
          </a:xfrm>
          <a:prstGeom prst="roundRect">
            <a:avLst>
              <a:gd name="adj" fmla="val 252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acceleration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82738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1258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bus braking from 20 m/s: the dots bunch 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Acceleration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a = (v − u)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rate of change of velocity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 = initial velocity, v = final velocity, t = time taken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unit: m/s² (metres per second per second)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 m/s² means velocity grows by 2 m/s every second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Violet arrow: velocity. Coral arrow: acceleration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kinds of acceleration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Positive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Velocity increases. Acceleration points the same way as the motion.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Negative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Velocity decreases. Also called deceleration or retardation.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Zero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Velocity stays the same: uniform motion or at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Speeding up and slowing down</a:t>
            </a:r>
            <a:endParaRPr lang="en-US" sz="3000" dirty="0"/>
          </a:p>
        </p:txBody>
      </p:sp>
      <p:sp>
        <p:nvSpPr>
          <p:cNvPr id="4" name="Positive image frame"/>
          <p:cNvSpPr/>
          <p:nvPr/>
        </p:nvSpPr>
        <p:spPr>
          <a:xfrm>
            <a:off x="68383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ositive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10" y="1097280"/>
            <a:ext cx="3496939" cy="2514600"/>
          </a:xfrm>
          <a:prstGeom prst="rect">
            <a:avLst/>
          </a:prstGeom>
        </p:spPr>
      </p:pic>
      <p:sp>
        <p:nvSpPr>
          <p:cNvPr id="6" name="Positive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 = 2 m/s, a = +2 m/s²: dots spread out, graph rises.</a:t>
            </a:r>
            <a:endParaRPr lang="en-US" sz="1400" dirty="0"/>
          </a:p>
        </p:txBody>
      </p:sp>
      <p:sp>
        <p:nvSpPr>
          <p:cNvPr id="7" name="Negative image frame"/>
          <p:cNvSpPr/>
          <p:nvPr/>
        </p:nvSpPr>
        <p:spPr>
          <a:xfrm>
            <a:off x="489007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egative image" descr="/tmp/claude-0/-home-claude/7116491e-74ad-5a48-9637-67025fdd7b6d/scratchpad/deck/acceleration/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50" y="1097280"/>
            <a:ext cx="3496939" cy="2514600"/>
          </a:xfrm>
          <a:prstGeom prst="rect">
            <a:avLst/>
          </a:prstGeom>
        </p:spPr>
      </p:pic>
      <p:sp>
        <p:nvSpPr>
          <p:cNvPr id="9" name="Negative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 = 16 m/s, a = −2 m/s²: dots bunch up, graph falls.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slope of the velocity–time graph is the acceleration.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Equal changes in equal times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Time (s)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Scooter's velocity (m/s)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Change each second (m/s)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scooter at a green light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scooter starts from rest and reaches 12 m/s in 4 s. Find its acceleration.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 = 0, v = 12 m/s, t = 4 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(12 − 0) ÷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m/s²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bus pulling in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bus slows from 20 m/s to 5 m/s in 5 s. Find its acceleration.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 = 20, v = 5, t = 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(5 − 20)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−3 m/s²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units first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car speeds up from 18 km/h to 54 km/h in 5 s. Find its acceleration in m/s².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 = 18 × 5/18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54 × 5/18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(15 − 5)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m/s²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acceleration/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idea in the simulation: steady positive acceleration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Braking to a stop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966294"/>
          </a:xfrm>
          <a:prstGeom prst="roundRect">
            <a:avLst>
              <a:gd name="adj" fmla="val 24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acceleration/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89314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14587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20 m/s, a = −3 m/s², shown at 5 s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bus at 20 m/s brakes with a deceleration of 3 m/s².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−3 m/s²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acceleration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6.7 s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 to stop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It loses 3 m/s every second, so it stops after 20 ÷ 3 ≈ 6.7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 − u the wrong way round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Always final minus initial, or the sign flips.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unit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Acceleration is m/s², not m/s.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km/h and seconds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 velocities to m/s before dividing.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“At rest means no acceleration”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ball at the top of its throw is at rest for an instant but still accelerating.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cyclist goes from 2 m/s to 8 m/s in 3 s. Find her acceleration.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train runs at a steady 72 km/h on a straight track. What is its acceleration?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negative acceleration tell you about the velocity?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SI unit of acceleration?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Drive it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Acceleration lesson on the Visual Science &amp; Maths website. Set the starting velocity and acceleration, and watch the velocity–time graph.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Distance–time and velocity–time graphs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acceleration/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Acceleration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