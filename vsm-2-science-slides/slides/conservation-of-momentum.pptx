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0db5f8-3b1c-fe2a-2fa7-38585602e59c}">
          <p14:sldIdLst>
            <p14:sldId id="256"/>
            <p14:sldId id="257"/>
          </p14:sldIdLst>
        </p14:section>
        <p14:section name="Key ideas" id="{245cc08b-f4b4-a084-2c8f-522707ea47a3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407d257b-fe73-64c1-5ba5-2da6449d4a63}">
          <p14:sldIdLst>
            <p14:sldId id="263"/>
            <p14:sldId id="264"/>
            <p14:sldId id="265"/>
            <p14:sldId id="266"/>
          </p14:sldIdLst>
        </p14:section>
        <p14:section name="Wrap-up" id="{846c4dc3-d252-e583-2f4d-f9e8b4744de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state the law of conservation of momentum, explain it using the third law, and solve collision and recoil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guess: speed? energy? The answer is total momentum.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one direction as positive at the start of every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black total bars in both pictures: they are the same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in momentum = force × time. Equal and opposite forces for equal times give equal and opposite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Heavy ball: −6 ÷ 3 = −2 m/s. Light ball: 6 ÷ 1 = 6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= 6 ÷ (2 + 1) = 2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minus sign in the first answer means the gun moves backwards.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'total before = total after' and solve for the unknown.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errors in head-on collision problems are the most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3 kg·m/s. 2) Total momentum must stay zero, so the cannon's backward momentum balances the shell's forward momentum. 3) 4 m/s. 4) When no external force 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explain how a rocket can accelerate in space, where there is no air to push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Conservation of Momentum · Std 9 Ch.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 LAWS OF MOTION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Conservation of Momentum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9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and after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marbles collide. A gun recoils. A rocket lifts off. Each time, objects push on each other.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stays the same before and after?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onservation-of-momentum/rec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Two balls pushing apart from rest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law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m₁u₁ + m₂u₂ = m₁v₁ + m₂v₂</a:t>
            </a:r>
            <a:endParaRPr lang="en-US" sz="2000" dirty="0"/>
          </a:p>
        </p:txBody>
      </p:sp>
      <p:sp>
        <p:nvSpPr>
          <p:cNvPr id="6" name="Lead"/>
          <p:cNvSpPr txBox="1"/>
          <p:nvPr/>
        </p:nvSpPr>
        <p:spPr>
          <a:xfrm>
            <a:off x="457200" y="21031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no external force, the total momentum of interacting objects stays constant.</a:t>
            </a:r>
            <a:endParaRPr lang="en-US" sz="1600" dirty="0"/>
          </a:p>
        </p:txBody>
      </p:sp>
      <p:sp>
        <p:nvSpPr>
          <p:cNvPr id="7" name="Points"/>
          <p:cNvSpPr txBox="1"/>
          <p:nvPr/>
        </p:nvSpPr>
        <p:spPr>
          <a:xfrm>
            <a:off x="457200" y="3090672"/>
            <a:ext cx="40233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Momentum P = mv, in kg·m/s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has a direction: right +, left −</a:t>
            </a:r>
            <a:endParaRPr lang="en-US" sz="1600" dirty="0"/>
          </a:p>
        </p:txBody>
      </p:sp>
      <p:sp>
        <p:nvSpPr>
          <p:cNvPr id="8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9" name="Concept image" descr="/tmp/claude-0/-home-claude/7116491e-74ad-5a48-9637-67025fdd7b6d/scratchpad/deck/conservation-of-momentum/heavy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10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Before the collision: A carries all 9 kg·m/s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Heavy ball hits light ball</a:t>
            </a:r>
            <a:endParaRPr lang="en-US" sz="3000" dirty="0"/>
          </a:p>
        </p:txBody>
      </p:sp>
      <p:sp>
        <p:nvSpPr>
          <p:cNvPr id="4" name="Before image frame"/>
          <p:cNvSpPr/>
          <p:nvPr/>
        </p:nvSpPr>
        <p:spPr>
          <a:xfrm>
            <a:off x="57996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fore image" descr="/tmp/claude-0/-home-claude/7116491e-74ad-5a48-9637-67025fdd7b6d/scratchpad/deck/conservation-of-momentum/heavy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41" y="1097280"/>
            <a:ext cx="3704678" cy="2514600"/>
          </a:xfrm>
          <a:prstGeom prst="rect">
            <a:avLst/>
          </a:prstGeom>
        </p:spPr>
      </p:pic>
      <p:sp>
        <p:nvSpPr>
          <p:cNvPr id="6" name="Before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A: 3 × 3 = 9 kg·m/s. B: 0. Total 9.</a:t>
            </a:r>
            <a:endParaRPr lang="en-US" sz="1400" dirty="0"/>
          </a:p>
        </p:txBody>
      </p:sp>
      <p:sp>
        <p:nvSpPr>
          <p:cNvPr id="7" name="After image frame"/>
          <p:cNvSpPr/>
          <p:nvPr/>
        </p:nvSpPr>
        <p:spPr>
          <a:xfrm>
            <a:off x="478620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81" y="1097280"/>
            <a:ext cx="3704678" cy="2514600"/>
          </a:xfrm>
          <a:prstGeom prst="rect">
            <a:avLst/>
          </a:prstGeom>
        </p:spPr>
      </p:pic>
      <p:sp>
        <p:nvSpPr>
          <p:cNvPr id="9" name="After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A: 3 × 1.5 = 4.5. B: 1 × 4.5 = 4.5. Total 9.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The momentum is shared out differently, but the total does not change.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it works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66344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follows from Newton's third law: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66344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pushes B and B pushes A, equally and oppositely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Both forces act for the same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So B gains exactly the momentum A loses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total cannot change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conservation-of-momentum/eq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Equal masses: A stops, B carries all the momentum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Recoil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momentum/rec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kg and 1 kg balls push apart from rest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Total momentum is 0 before, so it must be 0 after: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−6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heavy ball (kg·m/s)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+6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light ball (kg·m/s)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heavy ball moves back slowly; the light one moves off fast. Guns and rockets work the same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Sticking together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onservation-of-momentum/stic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3091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98363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 kg at 3 m/s hits 1 kg at rest, and they stick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Before: 2 × 3 = 6 kg·m/s. After, both move together: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total after (kg·m/s)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 m/s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common velocity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Energy is lost as heat and sound, but momentum is still conserved.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Gun recoil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4 kg gun fires a 20 g bullet at 400 m/s. Find the gun's recoil velocity.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0 = 0.02 × 400 + 4v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4v = −8, so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−2 m/s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Trolleys that stick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2 kg trolley at 3 m/s hits a 1 kg trolley at rest, and they stick. Find their velocity.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Before: 2 × 3 = 6 kg·m/s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3v = 6, so v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2 m/s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 missing velocity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3 kg ball at 3 m/s hits a 1 kg ball at rest. Afterwards the 3 kg ball moves at 1.5 m/s. Find the velocity of the 1 kg ball.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Before: 3 × 3 + 0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 kg·m/s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After: 3 × 1.5 + 1 × v₂ = 4.5 + v₂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4.5 + v₂ = 9, so v₂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4.5 m/s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onservation-of-momentum/heavy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Total before = total after = 9 kg·m/s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signs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Velocities in the opposite direction are negative.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Adding speeds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momenta (m × v), not speeds.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“Sticking loses momentum”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Energy is lost; momentum is not.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outside forces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law needs no external force, such as friction.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momentum of a 0.5 kg ball moving at 6 m/s.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does a cannon move backwards when it fires?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1 kg ball at 4 m/s hits an identical ball at rest and stops. How fast does the second ball move?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is total momentum conserved?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Collide them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Conservation of Momentum lesson on the Visual Science &amp; Maths website. Change the masses and velocities, and check the totals.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1: Laws of Motion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onservation-of-momentum/stick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Conservation of Momentum</dc:title>
  <dc:subject>Std 9 Science, Chapter 1 Laws of Motion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