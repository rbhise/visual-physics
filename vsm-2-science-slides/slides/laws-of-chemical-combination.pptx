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0e933b5-c4ab-043c-65b0-3e28577c750d}">
          <p14:sldIdLst>
            <p14:sldId id="256"/>
            <p14:sldId id="257"/>
          </p14:sldIdLst>
        </p14:section>
        <p14:section name="Key ideas" id="{65ff05d1-b26f-cf2d-1611-d48a13d3dc97}">
          <p14:sldIdLst>
            <p14:sldId id="258"/>
            <p14:sldId id="259"/>
            <p14:sldId id="260"/>
            <p14:sldId id="261"/>
          </p14:sldIdLst>
        </p14:section>
        <p14:section name="Practice" id="{46c4cba4-d847-0b19-50fd-7586956b5d65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20b88448-5465-5e25-0ee0-9790dbd2af2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the laws of conservation of mass and constant proportions, use them in simple calculations, and link them to Dalton's atomic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candle's products are gases that escape; the nail gains oxygen from the air. In a closed container, mass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Antoine Lavoisier showed this with careful weighing in the 18th century.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the dots: each is a mole of atoms. The same atoms are there, regrouped.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 from any source has the same 1 : 8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3 explains conservation of mass; point 4 explains constant proportions.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Simplify each ratio and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mass is still 52 g: 44 g of CO₂ plus 8 g of oxygen.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idea becomes the 'limiting reactant' in higher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 : 1 atom ratio of water versus its 1 : 8 mass ratio is a good discussion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4.4 g. 2) A compound always contains the same elements in the same proportion by mass. 3) 1 : 8. 4) Atoms are neither created nor destroyed in a reaction.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research Lavoisier's experiment with mercury oxide.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Laws of Chemical Combination · Std 9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4 MEASUREMENT OF MATTER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Laws of Chemical Combination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laws-of-chemical-combination/water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does the candle go?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burning candle seems to vanish, yet an iron nail gets heavier as it rusts.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Is mass really lost or gained in a reaction?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83450"/>
          </a:xfrm>
          <a:prstGeom prst="roundRect">
            <a:avLst>
              <a:gd name="adj" fmla="val 283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laws-of-chemical-combination/water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51029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80874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 g hydrogen + 32 g oxygen in a closed flask: 36 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Conservation of mass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a chemical reaction, the total mass of reactants equals the total mass of products.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2084832"/>
            <a:ext cx="4023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Mass is neither created nor destroyed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a closed container so no gas escapes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Atoms are only rearranged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laws-of-chemical-combination/water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After the reaction: still 36 g on the balance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Before and after</a:t>
            </a:r>
            <a:endParaRPr lang="en-US" sz="3000" dirty="0"/>
          </a:p>
        </p:txBody>
      </p:sp>
      <p:sp>
        <p:nvSpPr>
          <p:cNvPr id="4" name="Before image frame"/>
          <p:cNvSpPr/>
          <p:nvPr/>
        </p:nvSpPr>
        <p:spPr>
          <a:xfrm>
            <a:off x="42062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Before image" descr="/tmp/claude-0/-home-claude/7116491e-74ad-5a48-9637-67025fdd7b6d/scratchpad/deck/laws-of-chemical-combination/water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68677"/>
          </a:xfrm>
          <a:prstGeom prst="rect">
            <a:avLst/>
          </a:prstGeom>
        </p:spPr>
      </p:pic>
      <p:sp>
        <p:nvSpPr>
          <p:cNvPr id="6" name="Before text"/>
          <p:cNvSpPr txBox="1"/>
          <p:nvPr/>
        </p:nvSpPr>
        <p:spPr>
          <a:xfrm>
            <a:off x="45720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g hydrogen + 32 g oxygen = 36 g</a:t>
            </a:r>
            <a:endParaRPr lang="en-US" sz="1400" dirty="0"/>
          </a:p>
        </p:txBody>
      </p:sp>
      <p:sp>
        <p:nvSpPr>
          <p:cNvPr id="7" name="After image frame"/>
          <p:cNvSpPr/>
          <p:nvPr/>
        </p:nvSpPr>
        <p:spPr>
          <a:xfrm>
            <a:off x="462686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fter image" descr="/tmp/claude-0/-home-claude/7116491e-74ad-5a48-9637-67025fdd7b6d/scratchpad/deck/laws-of-chemical-combination/water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68677"/>
          </a:xfrm>
          <a:prstGeom prst="rect">
            <a:avLst/>
          </a:prstGeom>
        </p:spPr>
      </p:pic>
      <p:sp>
        <p:nvSpPr>
          <p:cNvPr id="9" name="After text"/>
          <p:cNvSpPr txBox="1"/>
          <p:nvPr/>
        </p:nvSpPr>
        <p:spPr>
          <a:xfrm>
            <a:off x="466344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36 g of water, the same total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Constant proportions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663440" y="1097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compound always contains the same elements in the same proportion by mass.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663440" y="2084832"/>
            <a:ext cx="4023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Water: H : O = 1 : 8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Carbon dioxide: C : O = 3 : 8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Magnesium oxide: Mg : O = 3 : 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Extra of either element is left over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2062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laws-of-chemical-combination/ex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 g H with 48 g O: 36 g water + 16 g O left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Dalton's atomic theory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Atoms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matter is made of tiny particles called atoms.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Identical atoms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Atoms of one element are alike; different elements differ.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Rearranged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Atoms are not created or destroyed in a reaction.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Whole numbers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Atoms combine in simple whole-number ratios.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Making water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4 g of hydrogen reacts completely with 32 g of oxygen. What mass of water forms?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 + 32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36 g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Checking samples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Sample A: 2 g H, 16 g O. Sample B: 5 g H, 40 g O. Same compound?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A: 2 : 16 = 1 : 8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B: 5 : 40 = 1 : 8 →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both water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too much oxygen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12 g of carbon is burnt in 40 g of oxygen. C : O = 3 : 8. What forms, and what is left over?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Oxygen needed = 12 × 8/3 = 32 g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CO₂ formed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44 g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Oxygen left = 40 − 32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8 g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laws-of-chemical-combination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 g carbon + 40 g oxygen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Burning magnesium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laws-of-chemical-combination/m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68677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821405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48 g magnesium with only 16 g oxygen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Mg : O = 3 : 2, so 16 g of oxygen reacts with 24 g of magnesium: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40 g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magnesium oxide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24 g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magnesium left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element in short supply decides how much product forms.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“The candle lost mass”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Its products escaped as gases.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Adding everything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Excess reactant is left over, not turned into product.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Ratio by atoms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Constant proportions is about mass.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Mixtures too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compounds have fixed ratios.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10 g of calcium carbonate gives 5.6 g of calcium oxide. How much CO₂ forms?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State the law of constant proportions.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mass ratio of hydrogen to oxygen in water?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point of Dalton's theory explains conservation of mass?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Weigh a reaction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Laws of Chemical Combination lesson on the Visual Science &amp; Maths website. Change the amounts and watch the balance.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Atoms, molecules and molecular mass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laws-of-chemical-combination/m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Laws of Chemical Combination</dc:title>
  <dc:subject>Std 9 Science, Chapter 4 Measurement of Matter</dc:subject>
  <dc:creator>Visual Science &amp; Maths</dc:creator>
  <cp:lastModifiedBy>Visual Science &amp; Maths</cp:lastModifiedBy>
  <cp:revision>1</cp:revision>
  <dcterms:created xsi:type="dcterms:W3CDTF">2026-10-08T00:44:43Z</dcterms:created>
  <dcterms:modified xsi:type="dcterms:W3CDTF">2026-10-08T00:44:43Z</dcterms:modified>
</cp:coreProperties>
</file>