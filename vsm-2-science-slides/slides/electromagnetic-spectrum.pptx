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d2b338e-e577-c1e5-2480-eda44ea92f02}">
          <p14:sldIdLst>
            <p14:sldId id="256"/>
            <p14:sldId id="257"/>
          </p14:sldIdLst>
        </p14:section>
        <p14:section name="Key ideas" id="{54fd2215-33da-3f25-0ec5-2d50ed951fe6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95df63cb-3acf-d76c-9015-20512a520bf3}">
          <p14:sldIdLst>
            <p14:sldId id="263"/>
            <p14:sldId id="264"/>
            <p14:sldId id="265"/>
            <p14:sldId id="266"/>
          </p14:sldIdLst>
        </p14:section>
        <p14:section name="Wrap-up" id="{4f7364c7-a459-0354-195f-af8f1a803c6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name the parts of the electromagnetic spectrum in order, use c = νλ, and say which radiation reaches the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invisible radiations they already know: X-rays at the hospital, microwaves, radio, UV from the Sun.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sound, which needs a medium.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nm = 10⁻⁹ m. Band edges are approximate; they overlap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VIBGYOR runs from short to long wavelength.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invisible to us but easy to detect with instruments.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wavelength reveals a different part of the same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powers of ten carefully.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X-ray's frequency is a billion times higher.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radio set turns radio waves into sound; the waves themselves are not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About 400 nm to 800 nm. 2) All travel at the same speed. 3) 0.1 m. 4) Visible light and radio waves.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list five everyday uses of invisible electromagnetic waves.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Light We Can and Cannot See · Std 9 Ch. 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18 OBSERVING SPACE: TELESCOPES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Light We Can and Cannot See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16435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electromagnetic-spectrum/v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0911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More than meets the eye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Our eyes see only a thin slice of the radiation that stars and galaxies send us.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else is out there, and how do we detect it?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266360"/>
          </a:xfrm>
          <a:prstGeom prst="roundRect">
            <a:avLst>
              <a:gd name="adj" fmla="val 32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electromagnetic-spectrum/x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19320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4916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X-rays: invisible, and stopped by the air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Electromagnetic waves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 = ν × λ = 3 × 10⁸ m/s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Need no medium: they cross empty space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travel at the same speed in a vacuum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Shorter wavelength means higher frequency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215355"/>
          </a:xfrm>
          <a:prstGeom prst="roundRect">
            <a:avLst>
              <a:gd name="adj" fmla="val 330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electromagnetic-spectrum/ra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142203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39493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3 m radio wave: 10⁸ Hz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electromagnetic spectrum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Wavelength (approx.)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Sent out by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Gamma rays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below 0.01 nm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Exploding stars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X-rays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0.01 to 10 nm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Very hot gas, black holes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Ultraviolet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 to 400 nm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Hot young stars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Visible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400 to 800 nm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Stars like the Sun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Infrared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800 nm to 1 mm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Dust clouds, cool stars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Microwaves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mm to about 30 cm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Big Bang afterglow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Radio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longer than about 30 cm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Galaxies, pulsars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Visible light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About 400 nm (violet) to 800 nm (red)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only part our eyes detect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Reaches the ground through the air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215355"/>
          </a:xfrm>
          <a:prstGeom prst="roundRect">
            <a:avLst>
              <a:gd name="adj" fmla="val 330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electromagnetic-spectrum/v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14220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39493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Green light: 500 nm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Shorter and longer than light</a:t>
            </a:r>
            <a:endParaRPr lang="en-US" sz="3000" dirty="0"/>
          </a:p>
        </p:txBody>
      </p:sp>
      <p:sp>
        <p:nvSpPr>
          <p:cNvPr id="4" name="Ultraviolet image frame"/>
          <p:cNvSpPr/>
          <p:nvPr/>
        </p:nvSpPr>
        <p:spPr>
          <a:xfrm>
            <a:off x="420624" y="1060704"/>
            <a:ext cx="4096512" cy="2317365"/>
          </a:xfrm>
          <a:prstGeom prst="roundRect">
            <a:avLst>
              <a:gd name="adj" fmla="val 315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Ultraviolet image" descr="/tmp/claude-0/-home-claude/7116491e-74ad-5a48-9637-67025fdd7b6d/scratchpad/deck/electromagnetic-spectrum/u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244213"/>
          </a:xfrm>
          <a:prstGeom prst="rect">
            <a:avLst/>
          </a:prstGeom>
        </p:spPr>
      </p:pic>
      <p:sp>
        <p:nvSpPr>
          <p:cNvPr id="6" name="Ultraviolet text"/>
          <p:cNvSpPr txBox="1"/>
          <p:nvPr/>
        </p:nvSpPr>
        <p:spPr>
          <a:xfrm>
            <a:off x="457200" y="3478653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Shorter than violet; absorbed by the ozone layer.</a:t>
            </a:r>
            <a:endParaRPr lang="en-US" sz="1400" dirty="0"/>
          </a:p>
        </p:txBody>
      </p:sp>
      <p:sp>
        <p:nvSpPr>
          <p:cNvPr id="7" name="Infrared image frame"/>
          <p:cNvSpPr/>
          <p:nvPr/>
        </p:nvSpPr>
        <p:spPr>
          <a:xfrm>
            <a:off x="4626864" y="1060704"/>
            <a:ext cx="4096512" cy="2317365"/>
          </a:xfrm>
          <a:prstGeom prst="roundRect">
            <a:avLst>
              <a:gd name="adj" fmla="val 315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nfrared image" descr="/tmp/claude-0/-home-claude/7116491e-74ad-5a48-9637-67025fdd7b6d/scratchpad/deck/electromagnetic-spectrum/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244213"/>
          </a:xfrm>
          <a:prstGeom prst="rect">
            <a:avLst/>
          </a:prstGeom>
        </p:spPr>
      </p:pic>
      <p:sp>
        <p:nvSpPr>
          <p:cNvPr id="9" name="Infrared text"/>
          <p:cNvSpPr txBox="1"/>
          <p:nvPr/>
        </p:nvSpPr>
        <p:spPr>
          <a:xfrm>
            <a:off x="4663440" y="3478653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Longer than red; much is absorbed by water vapour.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observe them all?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Hottest gas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Shines in X-rays.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Dusty nurseries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Newborn stars hidden in dust glow in infrared.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Cold gas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Hydrogen between the stars is seen in radio.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Stars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Stars like the Sun shine most in visible light.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Green light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λ = 500 nm. Find the frequency.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λ = 5 × 10⁻⁷ 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ν = 3 × 10⁸ ÷ 5 × 10⁻⁷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6 × 10¹⁴ Hz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FM radio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station broadcasts at 100 MHz. Find λ.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ν = 10⁸ Hz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λ = 3 × 10⁸ ÷ 10⁸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 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Radio versus X-ray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317365"/>
          </a:xfrm>
          <a:prstGeom prst="roundRect">
            <a:avLst>
              <a:gd name="adj" fmla="val 315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electromagnetic-spectrum/ra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244213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496941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long radio wave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Compare a 1 m radio wave with a 1 nm X-ray: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10⁹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times longer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3 × 10⁸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m/s, both of them</a:t>
            </a:r>
            <a:endParaRPr lang="en-US" sz="22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Different wavelengths, same speed in empty space.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“Radio waves are sound”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are electromagnetic, like light.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“X-rays travel faster”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travel at 3 × 10⁸ m/s in a vacuum.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direction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Shorter wavelength, higher frequency.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“Space is dark”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 full of radiation we cannot see.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range of wavelengths of visible light?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travels fastest in empty space: X-rays, radio or light?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radio wave has ν = 3 × 10⁹ Hz. Find its wavelength.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kinds of radiation from space reach the ground easily?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Explore the spectrum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Light We Can and Cannot See lesson on the Visual Science &amp; Maths website. Slide from gamma rays to radio waves.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Optical and radio telescopes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16435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electromagnetic-spectrum/u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091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We Can and Cannot See</dc:title>
  <dc:subject>Std 9 Science, Chapter 18 Observing Space: Telescopes</dc:subject>
  <dc:creator>Visual Science &amp; Maths</dc:creator>
  <cp:lastModifiedBy>Visual Science &amp; Maths</cp:lastModifiedBy>
  <cp:revision>1</cp:revision>
  <dcterms:created xsi:type="dcterms:W3CDTF">2026-10-08T00:44:45Z</dcterms:created>
  <dcterms:modified xsi:type="dcterms:W3CDTF">2026-10-08T00:44:45Z</dcterms:modified>
</cp:coreProperties>
</file>