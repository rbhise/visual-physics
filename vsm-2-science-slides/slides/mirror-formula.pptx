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96f84a4-51a4-2ace-3da3-a6139af23a4e}">
          <p14:sldIdLst>
            <p14:sldId id="256"/>
            <p14:sldId id="257"/>
          </p14:sldIdLst>
        </p14:section>
        <p14:section name="Key ideas" id="{3bb1b0e8-11f1-b2a7-6c47-f7754e35945d}">
          <p14:sldIdLst>
            <p14:sldId id="258"/>
            <p14:sldId id="259"/>
            <p14:sldId id="260"/>
            <p14:sldId id="261"/>
          </p14:sldIdLst>
        </p14:section>
        <p14:section name="Practice" id="{9c2d946d-e8f7-905e-c6e1-c4c8f289f043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b5ee9dff-396c-39f5-9532-5a2931735f2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apply the Cartesian sign convention, the mirror formula and the magnification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the ray diagram from the last lesson, then promise a formula that gives the same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the same as the x and y axes of a graph, with P at the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with the example on screen: −1/20 − 1/30 = −5/60 = −1/12.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Magnification has no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use this table to sanity-check their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screen 20 cm in front of the mirror would show a 4 cm inverted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v: behind the mirror, virtual. Positive m: erect.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positive f confirms that the mirror is convex.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'Given: u = …, f = …' with signs before any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Always negative. 2) v = −15 cm. 3) Virtual, erect, twice the size of the object. 4) m = −(+7.5)/(−15) = +0.5.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the textbook's numerical problems,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Mirror Formula and Magnification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Mirror Formula and Magnification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Exactly where?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ray diagram gives a rough answer. To place a screen to catch the image, you need a number.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far from the mirror is the image, exactly?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 = −30 cm, v = −20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Cartesian sign convention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Pole P is the origin; light travels left to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Right of P: positive. Left of P: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the object distance u is always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Up is positive, down is negative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f: concave negative, convex positive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Distances measured from 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mirror formula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1/v + 1/u = 1/f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Put in every value with its sign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 negative: real image, in front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 positive: virtual image, behind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Turn 1/v over at the end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1/(−20) + 1/(−30) = 1/(−12)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Magnification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m = h₂/h₁ = −v/u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 negative: inverted (real)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 positive: erect (virtual)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|m| &gt; 1 magnified, = 1 same size, &lt; 1 diminished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 = +2: erect and twice the size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Signs at a glance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65176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Concave, real image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Concave, object inside F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Convex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u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v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m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−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+ (less than 1)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real image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6 cm candle stands 30 cm from a concave mirror, f = 12 cm. Find the image.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−1/12 + 1/30 = −3/60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−20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−(−20)/(−30) = −0.67; h₂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−4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Real, inverted, diminished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irror-formula/e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Concave, f = 12 cm, object at 30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shaving mirror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face is 10 cm from a concave mirror, f = 20 cm. Where is the image, and what is m?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−1/20 + 1/10 = 1/20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+20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−(20)/(−10)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+2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mirror-formula/e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Concave, f = 20 cm, face at 10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examples: convex mirrors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v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is 20 cm from a convex mirror, f = 20 cm. Find v and m.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1/v = 1/20 + 1/20 = 1/10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+10 cm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 = −10/(−20)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+0.5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f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12 cm from a convex mirror gives an image 6 cm behind it. Find f.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1/f = 1/6 + 1/(−12) = 1/12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+12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Leaving out signs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u, v and f with signs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Positive f for concave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f is negative.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flip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formula gives 1/v, not v.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the sign of m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Negative m means inverted.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Cartesian sign convention, is the object distance u positive or negative?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concave mirror has f = −10 cm and u = −30 cm. Find v.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image has m = +2. Describe it.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object 15 cm from a convex mirror forms an image 7.5 cm behind it. Find 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Check every answer live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Mirror Formula lesson on the Visual Science &amp; Maths website. Set u and f, and compare your calculation with the readouts.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11: Reflection of Light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mirror-formula/ex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Mirror Formula and Magnification</dc:title>
  <dc:subject>Std 9 Science, Chapter 11 Reflection of Light</dc:subject>
  <dc:creator>Visual Science &amp; Maths</dc:creator>
  <cp:lastModifiedBy>Visual Science &amp; Maths</cp:lastModifiedBy>
  <cp:revision>1</cp:revision>
  <dcterms:created xsi:type="dcterms:W3CDTF">2026-10-08T00:44:45Z</dcterms:created>
  <dcterms:modified xsi:type="dcterms:W3CDTF">2026-10-08T00:44:45Z</dcterms:modified>
</cp:coreProperties>
</file>