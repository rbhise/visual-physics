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7a8a94d-47e5-c6c8-de5c-644474628d97}">
          <p14:sldIdLst>
            <p14:sldId id="256"/>
            <p14:sldId id="257"/>
          </p14:sldIdLst>
        </p14:section>
        <p14:section name="Key ideas" id="{067ffec8-8685-b162-b95f-dc0b1da1f4df}">
          <p14:sldIdLst>
            <p14:sldId id="258"/>
            <p14:sldId id="259"/>
            <p14:sldId id="260"/>
            <p14:sldId id="261"/>
          </p14:sldIdLst>
        </p14:section>
        <p14:section name="Practice" id="{af603c62-622c-24c3-7368-8c3efc6cf94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be741ab-fd34-2209-5f67-0661dd409be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laws of reflection, tell regular from irregular reflection, and describe the image in a plane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 before revealing: smoothness. Both surfaces obey the same laws.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 is the line at 90° to the mirror at the point where the ray strikes.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Diffuse reflection is why we can read a page or see a wall from any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eye traces the reflected rays back in straight lines to the image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write their name so that it reads correctly in a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1 m towards the mirror brings you 2 m closer to your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trap is to take i as 25°.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edge: halfway between eyes and top of head, (166 + 176) ÷ 2 = 171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Drawing the normal first avoids the first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40°. 2) The rough page reflects light irregularly in all directions. 3) Virtual, erect, same size, 15 cm behind the mirror. 4) Lateral inversion: it reads correctly in a driver's rear-view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measure the angles of incidence and reflection with a mirror strip, a protractor and pins.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Reflection and Plane Mirrors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Reflection and Plane Mirrors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eflection-and-plane-mirrors/laws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Mirror or paper?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mirror shows your face. A sheet of white paper reflects light too, yet shows no image at all.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makes the difference?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eflection-and-plane-mirrors/rou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rough surface scatters the light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laws of reflection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∠i = ∠r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Angles are measured from the normal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ray, normal and reflected ray lie in one plane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and reflected rays are on opposite sides of the normal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eflection-and-plane-mirrors/laws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 = 40°, so r = 40°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Regular and irregular reflection</a:t>
            </a:r>
            <a:endParaRPr lang="en-US" sz="3000" dirty="0"/>
          </a:p>
        </p:txBody>
      </p:sp>
      <p:sp>
        <p:nvSpPr>
          <p:cNvPr id="4" name="Smooth mirror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mooth mirror image" descr="/tmp/claude-0/-home-claude/7116491e-74ad-5a48-9637-67025fdd7b6d/scratchpad/deck/reflection-and-plane-mirrors/laws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Smooth mirror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Parallel rays stay parallel: a clear image.</a:t>
            </a:r>
            <a:endParaRPr lang="en-US" sz="1400" dirty="0"/>
          </a:p>
        </p:txBody>
      </p:sp>
      <p:sp>
        <p:nvSpPr>
          <p:cNvPr id="7" name="Rough surface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Rough surface image" descr="/tmp/claude-0/-home-claude/7116491e-74ad-5a48-9637-67025fdd7b6d/scratchpad/deck/reflection-and-plane-mirrors/roug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Rough surface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ray obeys i = r, but the rays scatter.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image in a plane mirror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Virtual: cannot be caught on a screen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Erect and the same size as the object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 far behind the mirror as the object is in front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Laterally inverted: left and right swapped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reflection-and-plane-mirror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Rays only seem to come from behind the mirror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Lateral inversion around you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Ambulance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word is painted reversed so drivers read it in their mirrors.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hands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 your right hand: your image raises its left.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Clocks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clock in a mirror seems to run backwards.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Writing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Words in a mirror read from right to left.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Walking towards a mirror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Asha stands 3 m from a mirror, then walks 1 m closer. How far is she from her image each time?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 + 3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+ 2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candle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candle is 15 cm in front of a plane mirror. How far apart are the candle and its image?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Image 15 cm behind the mirror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15 + 15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angle from the surface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ray makes 25° with the surface of a mirror. Find i, r and the angle between the incident and reflected rays.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90° − 25°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i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Angle between rays = 65° + 65°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130°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eflection-and-plane-mirrors/laws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 = r = 65°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mirror for the hall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reflection-and-plane-mirrors/h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Rohan: 176 cm tall, eyes at 166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see himself head to toe: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88 cm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mirror length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83 cm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bottom edge above floor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Half your height is enough, at any distance.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Angle from the mirror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i and r from the normal.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Image on the mirror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as far behind as the object is in front.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“Rough surfaces break the laws”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ray still obeys i = 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full-height mirror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Half your height is enough.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ray hits a mirror with i = 40°. What is the angle of reflection?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can you read a book from almost any direction?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candle is 15 cm in front of a plane mirror. Describe its image.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AMBULANCE written reversed on the front of an ambulance?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Bounce some light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Reflection and Plane Mirrors lesson on the Visual Science &amp; Maths website. Sweep the angle, roughen the surface and move the object.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Images in inclined mirrors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eflection-and-plane-mirror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and Plane Mirrors</dc:title>
  <dc:subject>Std 9 Science, Chapter 11 Reflection of Light</dc:subject>
  <dc:creator>Visual Science &amp; Maths</dc:creator>
  <cp:lastModifiedBy>Visual Science &amp; Maths</cp:lastModifiedBy>
  <cp:revision>1</cp:revision>
  <dcterms:created xsi:type="dcterms:W3CDTF">2026-10-08T00:44:44Z</dcterms:created>
  <dcterms:modified xsi:type="dcterms:W3CDTF">2026-10-08T00:44:44Z</dcterms:modified>
</cp:coreProperties>
</file>