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d276e75-7f9b-41e5-40df-807d1bf12433}">
          <p14:sldIdLst>
            <p14:sldId id="256"/>
            <p14:sldId id="257"/>
          </p14:sldIdLst>
        </p14:section>
        <p14:section name="Key ideas" id="{6bb57ff3-b752-d853-f3ed-41e7c36992c4}">
          <p14:sldIdLst>
            <p14:sldId id="258"/>
            <p14:sldId id="259"/>
            <p14:sldId id="260"/>
            <p14:sldId id="261"/>
            <p14:sldId id="262"/>
          </p14:sldIdLst>
        </p14:section>
        <p14:section name="Practice" id="{a72c8713-38ce-71d6-08b0-4f6e23559d4e}">
          <p14:sldIdLst>
            <p14:sldId id="263"/>
            <p14:sldId id="264"/>
            <p14:sldId id="265"/>
            <p14:sldId id="266"/>
          </p14:sldIdLst>
        </p14:section>
        <p14:section name="Wrap-up" id="{082d7940-c5ed-48f5-296b-9fcd8e9f8555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explain why some telescopes must be in space and name Hubble, Chandra, Astrosat and the GMRT.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cause is our own atmosphere.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Radio waves pass through clouds and can be observed by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X-ray astronomy began only with rockets and satellites.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Indian Astronomical Observatory at Hanle is one of the highest in the world.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Chandra is named after Subrahmanyan Chandrasekhar. Astrosat is India's first space observatory.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telescopes are cheaper, bigger and easier to repair.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two milliseconds.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Spreading the dishes over 25 km also gives very fine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correct each statement in their own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The atmosphere absorbs X-rays. 2) Moving layers of air bend their light. 3) ISRO. 4) A radio telescope.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idea: find out what Astrosat has discovered since 2015.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Telescopes in Space · Std 9 Ch. 18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18 OBSERVING SPACE: TELESCOPES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Telescopes in Space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3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telescopes-in-space/vis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Twinkle, twinkle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Stars twinkle. Planets hardly do. Neither is really flickering.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makes starlight shimmer?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telescopes-in-space/vis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Moving air blurs and dims the star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Problems with the air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Absorbs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X-rays, most UV and much infrared never reach the ground.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98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Moves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Shifting air bends light: twinkling and blurring.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Weather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Clouds block the view.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54" y="1463040"/>
            <a:ext cx="548640" cy="548640"/>
          </a:xfrm>
          <a:prstGeom prst="rect">
            <a:avLst/>
          </a:prstGeom>
        </p:spPr>
      </p:pic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Light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Daylight and city lights hide faint stars.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X-rays: ground or space?</a:t>
            </a:r>
            <a:endParaRPr lang="en-US" sz="3000" dirty="0"/>
          </a:p>
        </p:txBody>
      </p:sp>
      <p:sp>
        <p:nvSpPr>
          <p:cNvPr id="4" name="On the ground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On the ground image" descr="/tmp/claude-0/-home-claude/7116491e-74ad-5a48-9637-67025fdd7b6d/scratchpad/deck/telescopes-in-space/xray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On the ground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Absorbed about 80 km up: nothing arrives.</a:t>
            </a:r>
            <a:endParaRPr lang="en-US" sz="1400" dirty="0"/>
          </a:p>
        </p:txBody>
      </p:sp>
      <p:sp>
        <p:nvSpPr>
          <p:cNvPr id="7" name="In space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In space image" descr="/tmp/claude-0/-home-claude/7116491e-74ad-5a48-9637-67025fdd7b6d/scratchpad/deck/telescopes-in-space/xraySpa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In space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Above the air, X-rays can be detected.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Going higher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Mountains: above much of the air and water vapour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Hanle, Ladakh: about 4500 m high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Space: every wavelength, day and night, no blurring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telescopes-in-space/irMount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297061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Infrared reaches a high mountain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Some space telescopes</a:t>
            </a:r>
            <a:endParaRPr lang="en-US" sz="30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36576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Telescope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Launched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Observes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Hubble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1990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Visible, UV, near infrared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Chandra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1999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X-rays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Astrosat (ISRO)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2015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UV, X-rays, visible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James Webb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2021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Infrared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Radio stays on the ground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Radio waves pass through air and clouds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Work day and night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GMRT near Pune: 30 dishes of 45 m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telescopes-in-space/radio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Radio reaches the ground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Choosing a site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To study X-rays from gas around a black hole, where must the telescope be?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X-rays are absorbed about 80 km up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So: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in space (Chandra, Astrosat)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Signals from Hubble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Hubble is about 550 km up. How long do its radio signals take to reach the ground?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 = 550 000 ÷ 3 × 10⁸ ≈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0.0018 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GMRT's collecting area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telescopes-in-space/radio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406445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659173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30 dishes, each 45 m wide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π × 22.5² ≈ 1590 m² per dish: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1590 m²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dish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47 700 m²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all 30 dishes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About seven football fields of collecting area.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“Closer to the stars”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550 km is nothing on a cosmic scale; the gain is getting above the air.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“Stars really flicker”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Twinkling is caused by our air.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“Radio needs space”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Radio waves pass through the air.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“Ground telescopes are useless”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They are cheaper, bigger and easy to repair.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the main reason X-ray telescopes are put in space?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do stars twinkle?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organisation launched Astrosat?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kind of telescope works well on the ground, even through clouds?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Place a telescope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Telescopes in Space lesson on the Visual Science &amp; Maths website. Choose the radiation and the site.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That completes Chapter 18: Observing Space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telescopes-in-space/xray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Telescopes in Space</dc:title>
  <dc:subject>Std 9 Science, Chapter 18 Observing Space: Telescopes</dc:subject>
  <dc:creator>Visual Science &amp; Maths</dc:creator>
  <cp:lastModifiedBy>Visual Science &amp; Maths</cp:lastModifiedBy>
  <cp:revision>1</cp:revision>
  <dcterms:created xsi:type="dcterms:W3CDTF">2026-10-08T00:44:46Z</dcterms:created>
  <dcterms:modified xsi:type="dcterms:W3CDTF">2026-10-08T00:44:46Z</dcterms:modified>
</cp:coreProperties>
</file>