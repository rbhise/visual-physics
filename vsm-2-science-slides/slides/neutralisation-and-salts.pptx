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7aa6df0-8468-02ff-eaca-e41a95f0dcc5}">
          <p14:sldIdLst>
            <p14:sldId id="256"/>
            <p14:sldId id="257"/>
          </p14:sldIdLst>
        </p14:section>
        <p14:section name="Key ideas" id="{143ea991-c017-55a3-a0ed-364f77468cd0}">
          <p14:sldIdLst>
            <p14:sldId id="258"/>
            <p14:sldId id="259"/>
            <p14:sldId id="260"/>
          </p14:sldIdLst>
        </p14:section>
        <p14:section name="Salts" id="{c6fb3a4c-8e3a-69da-7dfa-b6ef048d1f26}">
          <p14:sldIdLst>
            <p14:sldId id="261"/>
          </p14:sldIdLst>
        </p14:section>
        <p14:section name="Practice" id="{13662e7d-b769-3fee-90bb-3866469a9f02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5678ec38-3b77-611b-a0a2-33a5a310753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write neutralisation equations, describe a titration and end point, and name salts.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are neutralisation reactions.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ionic picture: the H⁺ and OH⁻ make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 20 mL, one drop of base changes the pH from about 4 to about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Equal strengths: 20 mL of base for 20 mL of acid.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Metal from the base, ending from the acid. Salts dissociate into ions in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 H₂SO₄: two H⁺ need two OH⁻.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mmol = molarity ×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for more examples from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Balancing diprotic acids is a common slip.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 salt and water. 2) Potassium nitrate. 3) Just past the end point, when the solution becomes basic. 4) To neutralise the excess acid.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test whether toothpaste is acidic or basic using a natural indicator.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Neutralisation and Salts · Std 9 Ch.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5 ACIDS, BASES AND SALTS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Neutralisation and Salts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neutralisation-and-salts/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Cancelling out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 antacid soothes an acidic stomach. Lime fixes sour soil. Baking soda eases an ant sting.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do all three have in common?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83450"/>
          </a:xfrm>
          <a:prstGeom prst="roundRect">
            <a:avLst>
              <a:gd name="adj" fmla="val 283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neutralisation-and-salts/hal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51029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80874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Base slowly neutralising acid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Neutralisation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acid + base → salt + water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HCl + NaOH → NaCl + H₂O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Really: H⁺ + OH⁻ → H₂O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other ions form the salt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Heat is given out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neutralisation-and-salts/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Titration just started: still acidic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Before and after the end point</a:t>
            </a:r>
            <a:endParaRPr lang="en-US" sz="3000" dirty="0"/>
          </a:p>
        </p:txBody>
      </p:sp>
      <p:sp>
        <p:nvSpPr>
          <p:cNvPr id="4" name="15 mL image frame"/>
          <p:cNvSpPr/>
          <p:nvPr/>
        </p:nvSpPr>
        <p:spPr>
          <a:xfrm>
            <a:off x="42062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15 mL image" descr="/tmp/claude-0/-home-claude/7116491e-74ad-5a48-9637-67025fdd7b6d/scratchpad/deck/neutralisation-and-salts/hal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68677"/>
          </a:xfrm>
          <a:prstGeom prst="rect">
            <a:avLst/>
          </a:prstGeom>
        </p:spPr>
      </p:pic>
      <p:sp>
        <p:nvSpPr>
          <p:cNvPr id="6" name="15 mL text"/>
          <p:cNvSpPr txBox="1"/>
          <p:nvPr/>
        </p:nvSpPr>
        <p:spPr>
          <a:xfrm>
            <a:off x="45720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Still acidic: colourless, pH about 1.8.</a:t>
            </a:r>
            <a:endParaRPr lang="en-US" sz="1400" dirty="0"/>
          </a:p>
        </p:txBody>
      </p:sp>
      <p:sp>
        <p:nvSpPr>
          <p:cNvPr id="7" name="20.5 mL image frame"/>
          <p:cNvSpPr/>
          <p:nvPr/>
        </p:nvSpPr>
        <p:spPr>
          <a:xfrm>
            <a:off x="462686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20.5 mL image" descr="/tmp/claude-0/-home-claude/7116491e-74ad-5a48-9637-67025fdd7b6d/scratchpad/deck/neutralisation-and-salts/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68677"/>
          </a:xfrm>
          <a:prstGeom prst="rect">
            <a:avLst/>
          </a:prstGeom>
        </p:spPr>
      </p:pic>
      <p:sp>
        <p:nvSpPr>
          <p:cNvPr id="9" name="20.5 mL text"/>
          <p:cNvSpPr txBox="1"/>
          <p:nvPr/>
        </p:nvSpPr>
        <p:spPr>
          <a:xfrm>
            <a:off x="466344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Just past neutral: pink, pH jumps to about 11.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Titration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Base added drop by drop from a burette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Indicator in the acid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End point: indicator changes colour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pH curve jumps steeply at the end point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neutralisation-and-salts/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451919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full curve: slow rise, sharp jump, level off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Naming salts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206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Acid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Base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Salt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HCl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NaOH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Sodium chloride, NaCl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H₂SO₄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NaOH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Sodium sulphate, Na₂SO₄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HNO₃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KOH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Potassium nitrate, KNO₃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HCl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NH₄OH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Ammonium chloride, NH₄Cl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Sulphuric acid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Write the equation for H₂SO₄ with NaOH and name the salt.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H₂SO₄ + 2NaOH → Na₂SO₄ + 2H₂O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Salt: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sodium sulphate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 ant sting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Vinegar or baking soda on an ant sting?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sting is acidic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Use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baking soda (a base)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the end point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20 mL of 0.1 M HCl is titrated with 0.1 M NaOH. Find the volume at the end point and the salt formed.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H⁺ = 0.1 × 20 = 2 mmol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Base needed = 2 ÷ 0.1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20 mL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Salt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 mmol NaCl (0.117 g)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neutralisation-and-salts/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Pink just past 20 mL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Neutralisation in daily life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Antacids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Milk of magnesia neutralises extra stomach acid.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Stings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Baking soda neutralises an acidic ant or bee sting.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Soil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Lime (calcium hydroxide) corrects acidic soil.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Teeth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Basic toothpaste neutralises acid from bacteria.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“Salt = table salt”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neutralisation product is a salt.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water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Acid + base gives salt and water.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Unbalanced H₂SO₄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needs 2NaOH.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Gradual colour change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pH jumps sharply at the end point.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are the products of neutralisation?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salt forms from nitric acid and potassium hydroxide?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does phenolphthalein turn pink in a titration of HCl with NaOH?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does a farmer add lime to acidic soil?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Run a titration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Neutralisation lesson on the Visual Science &amp; Maths website. Change the acid, base and indicator, and watch the curve.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That completes Chapter 5: Acids, Bases and Salts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neutralisation-and-salts/methy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Neutralisation and Salts</dc:title>
  <dc:subject>Std 9 Science, Chapter 5 Acids, Bases and Salts</dc:subject>
  <dc:creator>Visual Science &amp; Maths</dc:creator>
  <cp:lastModifiedBy>Visual Science &amp; Maths</cp:lastModifiedBy>
  <cp:revision>1</cp:revision>
  <dcterms:created xsi:type="dcterms:W3CDTF">2026-10-08T00:44:44Z</dcterms:created>
  <dcterms:modified xsi:type="dcterms:W3CDTF">2026-10-08T00:44:44Z</dcterms:modified>
</cp:coreProperties>
</file>