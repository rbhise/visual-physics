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e674c3f-58b1-54a8-3d9e-5b0e7044cb7e}">
          <p14:sldIdLst>
            <p14:sldId id="256"/>
            <p14:sldId id="257"/>
          </p14:sldIdLst>
        </p14:section>
        <p14:section name="Key ideas" id="{826f5471-5280-29c8-a585-57848f061a5c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actice" id="{3217454b-44c7-6f7f-706c-2b7d4006dcbb}">
          <p14:sldIdLst>
            <p14:sldId id="265"/>
            <p14:sldId id="266"/>
            <p14:sldId id="267"/>
          </p14:sldIdLst>
        </p14:section>
        <p14:section name="Wrap-up" id="{387a88c5-8cbe-58c6-c419-f34d1aff644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name the parts of a spherical mirror, draw ray diagrams with the three rules, and describe the images for each object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try with real spoons before the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pieces of a hollow sphere; which side is silvered decides the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halfway between P and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two rays are enough; the third is a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object in with the simulation's Play button and tick off each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images form where rays really meet; virtual ones where they only seem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image in a car's side mirror looks further away than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convex mirrors at sharp bends in hill roads and in shops.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Locate C first, then use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sketch the diagram rather than memorise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At the principal focus F. 2) At F. 3) At C, same size, real and inverted. 4) They give a wide field of view with an erect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draw all six concave-mirror ray diagrams on graph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Spherical Mirrors and Ray Diagrams · Std 9 Ch.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11 REFLECTION OF LIGHT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Spherical Mirrors and Ray Diagrams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pherical-mirrors/beyon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spoon test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Look into the hollow of a steel spoon: you are upside down. Bring it very close: you are huge and upright. Turn it over: you are small and upright.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one spoon do all three?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pherical-mirrors/insi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Object inside F: large and upright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Concave and convex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Concave: the hollow side reflects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Concave mirrors converge parallel rays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Convex: the bulging side reflects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Convex mirrors make parallel rays diverge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pherical-mirrors/conv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Convex mirror: rays spread out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Words you need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Term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Pole 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Centre of the mirror's surface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Centre of curvature C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Centre of the sphere the mirror is part of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Radius of curvature 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Radius of that sphere, PC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Principal axis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Line through P and C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Principal focus F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Where parallel rays meet (or seem to come from)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Focal length f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PF; f = R ÷ 2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rays to find an image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Ray 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Parallel to the axis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Reflects through F (or seems to come from F).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Ray 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Through F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Reflects parallel to the axis.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Ray 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Through C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Hits at right angles and comes straight 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Images formed by a concave mirror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1920240"/>
                <a:gridCol w="2011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Object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Image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At infinity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F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Point-sized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Beyond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Between F and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Diminished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At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size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Between C and F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Beyond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Magnified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At F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infinity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Highly magnified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Between F and P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Behind the mirror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Magnified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Virtual, erect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Far and near</a:t>
            </a:r>
            <a:endParaRPr lang="en-US" sz="3000" dirty="0"/>
          </a:p>
        </p:txBody>
      </p:sp>
      <p:sp>
        <p:nvSpPr>
          <p:cNvPr id="4" name="Beyond C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Beyond C image" descr="/tmp/claude-0/-home-claude/7116491e-74ad-5a48-9637-67025fdd7b6d/scratchpad/deck/spherical-mirrors/beyon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Beyond C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Small, real and inverted, between F and C.</a:t>
            </a:r>
            <a:endParaRPr lang="en-US" sz="1400" dirty="0"/>
          </a:p>
        </p:txBody>
      </p:sp>
      <p:sp>
        <p:nvSpPr>
          <p:cNvPr id="7" name="Inside F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nside F image" descr="/tmp/claude-0/-home-claude/7116491e-74ad-5a48-9637-67025fdd7b6d/scratchpad/deck/spherical-mirrors/insid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Inside F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Large, virtual and erect, behind the mirror.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Convex mirrors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Image always virtual, erect and diminished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Always behind the mirror, between P and 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Shows a wide area in a small space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pherical-mirrors/conv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Rays seem to come from behind the mirror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Uses of spherical mirrors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Dentist and shaving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Concave, object inside F: large, upright image.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Torches and headlamps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Concave, bulb at F: a parallel beam.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Solar cookers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Concave: sunlight concentrated at F.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Rear-view mirrors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Convex: a wide view, upright image.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From R to f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concave mirror has R = 36 cm. Where is its principal focus?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 = R ÷ 2 = 36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18 cm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Predicting an image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object is 25 cm from a concave mirror with f = 10 cm. Describe the image.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is at 2f = 20 cm: object beyond C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Image: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between F and C, real, inverted, diminished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“F is at C”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 is halfway: f = R ÷ 2.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“Concave always inverts”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Inside F the image is virtual and erect.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Virtual for every case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when the object is inside F.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“Convex can magnify”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Its image is always smaller.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do rays parallel to the axis of a concave mirror meet after reflection?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should a torch bulb be placed to give a parallel beam?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the image of an object at C of a concave mirror.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are convex mirrors used as rear-view mirrors?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Draw ray diagrams live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Spherical Mirrors lesson on the Visual Physics website. Walk the object towards the mirror and watch the image change.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The mirror formula and magnification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pherical-mirrors/a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Spherical Mirrors and Ray Diagrams</dc:title>
  <dc:subject>Std 9 Science, Chapter 11 Reflection of Light</dc:subject>
  <dc:creator>Visual Physics</dc:creator>
  <cp:lastModifiedBy>Visual Physics</cp:lastModifiedBy>
  <cp:revision>1</cp:revision>
  <dcterms:created xsi:type="dcterms:W3CDTF">2026-10-06T10:11:28Z</dcterms:created>
  <dcterms:modified xsi:type="dcterms:W3CDTF">2026-10-06T10:11:28Z</dcterms:modified>
</cp:coreProperties>
</file>