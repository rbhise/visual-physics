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ed492a9-5649-2e99-de49-499c29eaef53}">
          <p14:sldIdLst>
            <p14:sldId id="256"/>
            <p14:sldId id="257"/>
          </p14:sldIdLst>
        </p14:section>
        <p14:section name="Key ideas" id="{7d10070b-e71e-3058-4a9c-b43c84f7fd96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db7f4dd0-7619-5c2f-ca5d-e8f89b489c06}">
          <p14:sldIdLst>
            <p14:sldId id="263"/>
            <p14:sldId id="264"/>
            <p14:sldId id="265"/>
            <p14:sldId id="266"/>
          </p14:sldIdLst>
        </p14:section>
        <p14:section name="Wrap-up" id="{03ea75e9-fbb5-0f0a-20b4-870fff773f1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Ohm's law, use V = IR, describe the experiment, use R = ρL/A, and distinguish conductors from insulators.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is resistance, which depends on the material and the shape of the wire.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'Physical state' mainly means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Readings for a nichrome wire 1 m long and 0.3 mm in diameter. V ÷ I stays the same: that constant is the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Doubling the diameter makes the area four times larger.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slopes of the two graphs: a steeper line means less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Conductors have very low resistance; insulators have extremely high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Rearrange V = IR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Halve the diameter and convert mm to m before squaring.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area mistake is the most common in R = ρL/A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24 Ω. 2) A straight line through the origin. 3) It doubles. 4) Nichrome: high resistivity and it does not burn easily when 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find the power rating and voltage on three appliances and work out each one's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Resistance and Ohm's Law · Std 9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3 CURRENT ELECTRICITY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Resistance and Ohm's Law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920205"/>
          </a:xfrm>
          <a:prstGeom prst="roundRect">
            <a:avLst>
              <a:gd name="adj" fmla="val 25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resistance-and-ohms-law/nichr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470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cell, very different currents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cell drives a large current through copper, a small one through nichrome, and almost none through rubber.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controls the size of the current?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59086"/>
          </a:xfrm>
          <a:prstGeom prst="roundRect">
            <a:avLst>
              <a:gd name="adj" fmla="val 239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resistance-and-ohms-law/cop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8593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8438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Copper wire: about 25 A from four cells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Ohm's law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= I × R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the physical state stays the same, current is proportional to potential difference.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3090672"/>
            <a:ext cx="4023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Resistance R = V ÷ I, in ohms (Ω)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Ω: 1 V drives 1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Caused by electrons colliding with atoms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resistance-and-ohms-law/nichr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Readings for 1 to 4 cells lie on a straight 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experiment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19456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Cells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V (volt)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I (ampere)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V ÷ I (ohm)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0.096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15.6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0.193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15.6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4.5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0.289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15.6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6.0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0.386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15.6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decides resistance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R = ρ L ÷ A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Longer wire: more resistance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Thicker wire: less resistance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Material: resistivity ρ in Ω 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Hotter metal: more resistance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resistance-and-ohms-law/l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916494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2 m wire: twice the resistance, half the slope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Length and thickness</a:t>
            </a:r>
            <a:endParaRPr lang="en-US" sz="3000" dirty="0"/>
          </a:p>
        </p:txBody>
      </p:sp>
      <p:sp>
        <p:nvSpPr>
          <p:cNvPr id="4" name="Twice as long image frame"/>
          <p:cNvSpPr/>
          <p:nvPr/>
        </p:nvSpPr>
        <p:spPr>
          <a:xfrm>
            <a:off x="776674" y="1060704"/>
            <a:ext cx="3384413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Twice as long image" descr="/tmp/claude-0/-home-claude/7116491e-74ad-5a48-9637-67025fdd7b6d/scratchpad/deck/resistance-and-ohms-law/l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250" y="1097280"/>
            <a:ext cx="3311261" cy="2514600"/>
          </a:xfrm>
          <a:prstGeom prst="rect">
            <a:avLst/>
          </a:prstGeom>
        </p:spPr>
      </p:pic>
      <p:sp>
        <p:nvSpPr>
          <p:cNvPr id="6" name="Twice as long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Nichrome 2 m: R = 31.1 Ω.</a:t>
            </a:r>
            <a:endParaRPr lang="en-US" sz="1400" dirty="0"/>
          </a:p>
        </p:txBody>
      </p:sp>
      <p:sp>
        <p:nvSpPr>
          <p:cNvPr id="7" name="Twice as thick image frame"/>
          <p:cNvSpPr/>
          <p:nvPr/>
        </p:nvSpPr>
        <p:spPr>
          <a:xfrm>
            <a:off x="4982914" y="1060704"/>
            <a:ext cx="3384413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wice as thick image" descr="/tmp/claude-0/-home-claude/7116491e-74ad-5a48-9637-67025fdd7b6d/scratchpad/deck/resistance-and-ohms-law/thi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490" y="1097280"/>
            <a:ext cx="3311261" cy="2514600"/>
          </a:xfrm>
          <a:prstGeom prst="rect">
            <a:avLst/>
          </a:prstGeom>
        </p:spPr>
      </p:pic>
      <p:sp>
        <p:nvSpPr>
          <p:cNvPr id="9" name="Twice as thick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Nichrome 0.6 mm: R = 3.9 Ω.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 ∝ L, and R ∝ 1/A.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Conductors and insulators</a:t>
            </a:r>
            <a:endParaRPr lang="en-US" sz="3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Material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Resistivity (Ω m)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Type and use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Copper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1.7 × 10⁻⁸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Conductor: connecting wires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Aluminium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2.7 × 10⁻⁸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Conductor: power lines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Nichrome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 × 10⁻⁶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 resistance: heater elements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Glass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10¹⁰ to 10¹⁴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Insulator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Rubber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10¹³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Insulator: gloves, cable covers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electric iron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iron draws 4 A from 230 V. Find its resistance.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230 ÷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57.5 Ω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resistor and a cell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5 Ω resistor is joined across a 1.5 V cell. Find the current.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1.5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0.3 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R = ρL/A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resistance of a nichrome wire 1 m long and 0.3 mm in diameter (ρ = 1.1 × 10⁻⁶ Ω m).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1.5 × 10⁻⁴ m, A = πr² ≈ 7.07 × 10⁻⁸ m²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1.1 × 10⁻⁶ × 1 ÷ 7.07 × 10⁻⁸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15.6 Ω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resistance-and-ohms-law/nichr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simulation gives the same 15.6 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Diameter as radius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Halve it, and convert mm to m.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Ohm's law always holds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at constant temperature.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Double thickness, half 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Double diameter gives a quarter of 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Resistance vs resistivity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Ω for a wire; Ω m for a material.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 V drives 0.5 A through a resistor. Find its resistance.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shape is the I–V graph for a wire obeying Ohm's law?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wire is replaced by one twice as long. What happens to 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material is used in heater elements, and why?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Run the experiment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Resistance and Ohm's Law lesson on the Visual Physics website. Record readings, change the wire, and test insulators.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Resistors in series and parallel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920205"/>
          </a:xfrm>
          <a:prstGeom prst="roundRect">
            <a:avLst>
              <a:gd name="adj" fmla="val 25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resistance-and-ohms-law/th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47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Resistance and Ohm's Law</dc:title>
  <dc:subject>Std 9 Science, Chapter 3 Current Electricity</dc:subject>
  <dc:creator>Visual Physics</dc:creator>
  <cp:lastModifiedBy>Visual Physics</cp:lastModifiedBy>
  <cp:revision>1</cp:revision>
  <dcterms:created xsi:type="dcterms:W3CDTF">2026-10-06T01:56:05Z</dcterms:created>
  <dcterms:modified xsi:type="dcterms:W3CDTF">2026-10-06T01:56:05Z</dcterms:modified>
</cp:coreProperties>
</file>