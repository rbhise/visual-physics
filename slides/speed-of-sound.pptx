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3540cac-e711-4c67-e9a0-5150f5de1a9c}">
          <p14:sldIdLst>
            <p14:sldId id="256"/>
            <p14:sldId id="257"/>
          </p14:sldIdLst>
        </p14:section>
        <p14:section name="Key ideas" id="{565b37e5-80bd-1066-0e1a-21ec24dc3889}">
          <p14:sldIdLst>
            <p14:sldId id="258"/>
            <p14:sldId id="259"/>
            <p14:sldId id="260"/>
            <p14:sldId id="261"/>
          </p14:sldIdLst>
        </p14:section>
        <p14:section name="Practice" id="{257835cd-1a95-a759-6c89-fd9a5aa0ed2f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a0a79d2-7f2c-fab6-70ec-61e2156372d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compare the speed of sound in different media, use v ≈ 332 + 0.6t, and find distances from the lightning-thunder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is almost a million times faster than sound in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Fastest in solids, slower in liquids, slowest in gases.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Tightly linked particles pass the push on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Warmer gas particles move faster and pass the disturbance more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rough rule: every 3 seconds is about 1 km.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find v for the temperature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people once put an ear to the rail to hear an approaching train.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100 m, the starting gun's sound arrives about 0.3 s 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students hear the same mistakes in everyday speech; ask for a counter-example to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Steel. 2) 347 m/s. 3) 1700 m. 4) Hydrogen.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time the thunder in the next storm and estimate the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The Speed of Sound · Std 9 Ch. 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12 STUDY OF SOUND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The Speed of Sound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eed-of-sound/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See first, hear later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 a cricket match you see the bat hit the ball before you hear the crack. In a storm, the flash comes before the thunder.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does the sound arrive late?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eed-of-sound/st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thunder still on its way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Speed depends on the medium</a:t>
            </a:r>
            <a:endParaRPr lang="en-US" sz="3000" dirty="0"/>
          </a:p>
        </p:txBody>
      </p:sp>
      <p:graphicFrame>
        <p:nvGraphicFramePr>
          <p:cNvPr id="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Medium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Approximate speed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Air at 0 °C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332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Air at 20 °C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344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Water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about 1500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2"/>
                          </a:solidFill>
                        </a:rPr>
                        <a:t>Steel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about 5000 m/s</a:t>
                      </a:r>
                      <a:endParaRPr lang="en-US" sz="18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race</a:t>
            </a:r>
            <a:endParaRPr lang="en-US" sz="3000" dirty="0"/>
          </a:p>
        </p:txBody>
      </p:sp>
      <p:sp>
        <p:nvSpPr>
          <p:cNvPr id="4" name="After 1.6 s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fter 1.6 s image" descr="/tmp/claude-0/-home-claude/7116491e-74ad-5a48-9637-67025fdd7b6d/scratchpad/deck/speed-of-sound/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After 1.6 s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Steel and water have arrived; air is halfway.</a:t>
            </a:r>
            <a:endParaRPr lang="en-US" sz="1400" dirty="0"/>
          </a:p>
        </p:txBody>
      </p:sp>
      <p:sp>
        <p:nvSpPr>
          <p:cNvPr id="7" name="After 2.9 s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After 2.9 s image" descr="/tmp/claude-0/-home-claude/7116491e-74ad-5a48-9637-67025fdd7b6d/scratchpad/deck/speed-of-sound/race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After 2.9 s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Air finally arrives over 1000 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Temperature matters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v ≈ 332 + 0.6 t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 is the air temperature in °C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About 0.6 m/s faster per degree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Faster in a lighter gas: hydrogen beats oxygen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Frequency and loudness do not matter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eed-of-sound/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Air at 20 °C: 344 m/s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Lightning and thunder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distance = v × t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Light: 3 × 10⁸ m/s, arrives almost at once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Thunder: a few hundred m/s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Count seconds from flash to thunder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speed-of-sound/storm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s at 350 m/s: 1050 m away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Warm and cold air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v at 20 °C. At what temperature is v = 350 m/s?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332 + 0.6 × 20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344 m/s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(350 − 332) ÷ 0.6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30 °C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storm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Thunder is heard 3 s after the flash at 30 °C. How far away?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 = 332 + 18 = 350 m/s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350 × 3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1050 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 ear to the rail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speed-of-sound/race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tap 1000 m away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Through steel and through air (20 °C):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0.2 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through steel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2.9 s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through air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You hear the same tap twice, about 2.7 s apart.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Where it matters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Storms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 the thunder to judge how far away the lightning is.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Races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Timekeepers start their watches at the smoke, not the bang.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Railways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train is heard through the rail before through the air.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Concerts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notes arrive together: speed does not depend on frequency.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“Fastest in air”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Slowest in gases, fastest in solids.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“High notes travel faster”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frequencies travel together.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temperature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0.6 m/s more per °C.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“Thunder comes later”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happens with the flash; it arrives later.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which medium does sound travel fastest: air, water or steel?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speed of sound in air at 25 °C.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Thunder comes 5 s after the flash (v = 340 m/s). How far away is the storm?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Is sound faster in hydrogen or oxygen at the same temperature?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Race some sound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Speed of Sound lesson on the Visual Physics website. Change the temperature and the distance, then press Play.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Echo and reverberation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eed-of-sound/storm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Speed of Sound</dc:title>
  <dc:subject>Std 9 Science, Chapter 12 Study of Sound</dc:subject>
  <dc:creator>Visual Physics</dc:creator>
  <cp:lastModifiedBy>Visual Physics</cp:lastModifiedBy>
  <cp:revision>1</cp:revision>
  <dcterms:created xsi:type="dcterms:W3CDTF">2026-10-06T10:27:44Z</dcterms:created>
  <dcterms:modified xsi:type="dcterms:W3CDTF">2026-10-06T10:27:44Z</dcterms:modified>
</cp:coreProperties>
</file>