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7c3645-4774-d069-f187-42caf7317d9c}">
          <p14:sldIdLst>
            <p14:sldId id="256"/>
            <p14:sldId id="257"/>
          </p14:sldIdLst>
        </p14:section>
        <p14:section name="Key ideas" id="{1f2c68b3-e843-3578-2140-6ac565d1b7f2}">
          <p14:sldIdLst>
            <p14:sldId id="258"/>
            <p14:sldId id="259"/>
            <p14:sldId id="260"/>
          </p14:sldIdLst>
        </p14:section>
        <p14:section name="Salts" id="{53595f73-9f5e-8e99-3397-ef242993993d}">
          <p14:sldIdLst>
            <p14:sldId id="261"/>
          </p14:sldIdLst>
        </p14:section>
        <p14:section name="Practice" id="{99d392ba-9e75-0c34-5fb3-6266abfd511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afc7b5fd-84a9-d9c6-df55-96b0d32074d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write neutralisation equations, describe a titration and end point, and name salts.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 neutralisation reactions.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ionic picture: the H⁺ and OH⁻ make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 20 mL, one drop of base changes the pH from about 4 to about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strengths: 20 mL of base for 20 mL of acid.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Metal from the base, ending from the acid. Salts dissociate into ions in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H₂SO₄: two H⁺ need two OH⁻.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mmol = molarity ×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more examples from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Balancing diprotic acids is a common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 salt and water. 2) Potassium nitrate. 3) Just past the end point, when the solution becomes basic. 4) To neutralise the excess acid.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test whether toothpaste is acidic or basic using a natural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Neutralisation and Salts · Std 9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5 ACIDS, BASES AND SALTS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Neutralisation and Salts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neutralisation-and-salt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Cancelling out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 antacid soothes an acidic stomach. Lime fixes sour soil. Baking soda eases an ant sting.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all three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83450"/>
          </a:xfrm>
          <a:prstGeom prst="roundRect">
            <a:avLst>
              <a:gd name="adj" fmla="val 28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neutralisation-and-salts/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102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0874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Base slowly neutralising acid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Neutralisation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acid + base → salt + water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HCl + NaOH → NaCl + H₂O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Really: H⁺ + OH⁻ → H₂O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other ions form the salt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Heat is given out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neutralisation-and-salts/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Titration just started: still acidic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and after the end point</a:t>
            </a:r>
            <a:endParaRPr lang="en-US" sz="3000" dirty="0"/>
          </a:p>
        </p:txBody>
      </p:sp>
      <p:sp>
        <p:nvSpPr>
          <p:cNvPr id="4" name="15 mL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15 mL image" descr="/tmp/claude-0/-home-claude/7116491e-74ad-5a48-9637-67025fdd7b6d/scratchpad/deck/neutralisation-and-salts/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15 mL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Still acidic: colourless, pH about 1.8.</a:t>
            </a:r>
            <a:endParaRPr lang="en-US" sz="1400" dirty="0"/>
          </a:p>
        </p:txBody>
      </p:sp>
      <p:sp>
        <p:nvSpPr>
          <p:cNvPr id="7" name="20.5 mL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20.5 mL image" descr="/tmp/claude-0/-home-claude/7116491e-74ad-5a48-9637-67025fdd7b6d/scratchpad/deck/neutralisation-and-salts/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20.5 mL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Just past neutral: pink, pH jumps to about 11.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Titration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Base added drop by drop from a burette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Indicator in the acid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End point: indicator changes colour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 curve jumps steeply at the end point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neutralisation-and-salts/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full curve: slow rise, sharp jump, level off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Naming salts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Acid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Base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Salt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Sodium chloride, NaCl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H₂SO₄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Sodium sulphate, Na₂SO₄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HNO₃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KOH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Potassium nitrate, KNO₃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NH₄OH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Ammonium chloride, NH₄Cl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Sulphuric acid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the equation for H₂SO₄ with NaOH and name the salt.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H₂SO₄ + 2NaOH → Na₂SO₄ + 2H₂O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Salt: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sodium sulphate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ant sting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Vinegar or baking soda on an ant sting?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sting is acidic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baking soda (a base)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the end point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20 mL of 0.1 M HCl is titrated with 0.1 M NaOH. Find the volume at the end point and the salt formed.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H⁺ = 0.1 × 20 = 2 mmol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Base needed = 2 ÷ 0.1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20 mL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Salt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mmol NaCl (0.117 g)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neutralisation-and-salts/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Pink just past 20 mL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Neutralisation in daily life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Antacids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Milk of magnesia neutralises extra stomach acid.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Stings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Baking soda neutralises an acidic ant or bee sting.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Soil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Lime (calcium hydroxide) corrects acidic soil.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Teeth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Basic toothpaste neutralises acid from bacteria.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“Salt = table salt”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neutralisation product is a salt.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water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Acid + base gives salt and water.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Unbalanced H₂SO₄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needs 2NaOH.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Gradual colour change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pH jumps sharply at the end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are the products of neutralisation?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salt forms from nitric acid and potassium hydroxide?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does phenolphthalein turn pink in a titration of HCl with NaOH?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a farmer add lime to acidic soil?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Run a titration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Neutralisation lesson on the Visual Physics website. Change the acid, base and indicator, and watch the curve.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5: Acids, Bases and Salts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neutralisation-and-salts/methy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Neutralisation and Salts</dc:title>
  <dc:subject>Std 9 Science, Chapter 5 Acids, Bases and Salts</dc:subject>
  <dc:creator>Visual Physics</dc:creator>
  <cp:lastModifiedBy>Visual Physics</cp:lastModifiedBy>
  <cp:revision>1</cp:revision>
  <dcterms:created xsi:type="dcterms:W3CDTF">2026-10-06T02:15:11Z</dcterms:created>
  <dcterms:modified xsi:type="dcterms:W3CDTF">2026-10-06T02:15:11Z</dcterms:modified>
</cp:coreProperties>
</file>