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19b9890-50a9-ec2e-7fab-bfbe03efb615}">
          <p14:sldIdLst>
            <p14:sldId id="256"/>
            <p14:sldId id="257"/>
          </p14:sldIdLst>
        </p14:section>
        <p14:section name="Derivations" id="{548b7eec-459f-df6d-8117-1f35d0e7249b}">
          <p14:sldIdLst>
            <p14:sldId id="258"/>
            <p14:sldId id="259"/>
            <p14:sldId id="260"/>
            <p14:sldId id="261"/>
          </p14:sldIdLst>
        </p14:section>
        <p14:section name="Practice" id="{d73fb18d-c155-bf86-acc4-2b79e3a6762c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08623933-c3e7-15ad-0d5c-d9956c65ff9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derive the three equations of motion from a velocity–time graph and choose the right one for a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equations only apply when the acceleration is uniform. Any three known quantities let you find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just the definition of acceleration rearranged.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triangle's height is v − u, which equals at from the first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difference of two squares (v + u)(v − u) = v² − u² makes this step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Strategy: list what you know, circle what you want, and choose the equation that leaves out the quantity you neither know nor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Checking with the third equation is a quick way to catch arithmetic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hidden facts: 'stops' means v = 0, and 'decelerates' means a is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underline these phrases in word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errors in deceleration problems are the most common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12 m/s. 2) v² = u² + 2as. 3) 0 m/s. 4) 18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write three word problems of your own, one for each equation, and swap them with a classmate.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Equations of Motion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Equations of Motion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6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920205"/>
          </a:xfrm>
          <a:prstGeom prst="roundRect">
            <a:avLst>
              <a:gd name="adj" fmla="val 25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equations-of-motion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470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quantities, three equations</a:t>
            </a:r>
            <a:endParaRPr lang="en-US" sz="3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48056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Symbol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Unit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u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Initial velocity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m/s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v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Final velocity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m/s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a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Acceleration (uniform)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m/s²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Time taken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Displacement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 Velocity and time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v = u + at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Slope of the velocity–time graph = acceleration: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= (v − u) ÷ 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Multiply both sides by t: at = v −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Rearrange: v = u + at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equations-of-motion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line rises from u to v in time 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2. Displacement and time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 = ut + ½at²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66344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Area under the graph = displacement: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66344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Rectangle: height u, width t, area 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Triangle: base t, height at, area ½at²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them: s = ut + ½at²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2062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equations-of-motion/cyc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9164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5720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Teal rectangle + violet triangle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3. Velocity and displacement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v² = u² + 2as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whole area is a trapezium: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 = ½(u + v) × 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Substitute t = (v − u) ÷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 = (v² − u²) ÷ 2a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v² = u² + 2as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equations-of-motion/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Slowing from 10 m/s to rest: s = 25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Which equation to use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377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Equation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Connects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Leaves out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v = u + at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u, v, a, t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 = ut + ½at²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u, a, t, 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v² = u² + 2as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u, v, a, 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car pulling away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car starts from rest and accelerates at 2 m/s² for 6 s. Find v and s.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0 + 2 × 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 = 0 + ½ × 2 × 36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36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cyclist going downhill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cyclist at 4 m/s accelerates at 1.5 m/s² for 4 s. Find v and s, then check.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4 + 1.5 ×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 = 16 + 12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28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Check: 16 + 2 × 1.5 × 28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100 = 10²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rolling to a stop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ball rolls at 10 m/s and decelerates uniformly at 2 m/s². How far does it roll, and for how long?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0, a = −2; no time given, so use v² = u² + 2as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 = 100 − 4s, so s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25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 = 10 − 2t, so t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equations-of-motion/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10 m/s, a = −2 m/s², stops after 25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Hidden values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 = 0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“Starts from rest”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initial velocity is zero.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v = 0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“Comes to rest”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Also “stops” or “brought to a halt”.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a &lt; 0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“Slows down”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Deceleration: put a minus sign on 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Positive a for slowing down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Slowing down needs a negative a in the equations.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Missing hidden zeros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rest: u = 0. Comes to rest: v = 0.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Using them for any motion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only work for uniform acceleration.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units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m, s, m/s and m/s². Convert km/h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bike starts from rest with a = 3 m/s². What is its velocity after 4 s?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equation would you use if the time is not given?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car at 20 m/s brakes and comes to rest. What is v?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ball starts from rest with a = 4 m/s². How far does it go in 3 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Test the equations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Equations of Motion lesson on the Visual Physics website. Change u, a and t, and watch every equation update.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Uniform circular motion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920205"/>
          </a:xfrm>
          <a:prstGeom prst="roundRect">
            <a:avLst>
              <a:gd name="adj" fmla="val 25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equations-of-motion/cyc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47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Equations of Motion</dc:title>
  <dc:subject>Std 9 Science, Chapter 1 Laws of Motion</dc:subject>
  <dc:creator>Visual Physics</dc:creator>
  <cp:lastModifiedBy>Visual Physics</cp:lastModifiedBy>
  <cp:revision>1</cp:revision>
  <dcterms:created xsi:type="dcterms:W3CDTF">2026-10-06T01:56:04Z</dcterms:created>
  <dcterms:modified xsi:type="dcterms:W3CDTF">2026-10-06T01:56:04Z</dcterms:modified>
</cp:coreProperties>
</file>