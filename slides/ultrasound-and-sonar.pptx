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f1cd4ef-93a4-86e7-5c07-9a03143a0fd7}">
          <p14:sldIdLst>
            <p14:sldId id="256"/>
            <p14:sldId id="257"/>
          </p14:sldIdLst>
        </p14:section>
        <p14:section name="Key ideas" id="{de7bc97e-ffb6-4c56-c272-54754ed447a1}">
          <p14:sldIdLst>
            <p14:sldId id="258"/>
            <p14:sldId id="259"/>
            <p14:sldId id="260"/>
            <p14:sldId id="261"/>
            <p14:sldId id="262"/>
          </p14:sldIdLst>
        </p14:section>
        <p14:section name="Practice" id="{ca3cf8b0-bef8-c533-623c-2f774509cafd}">
          <p14:sldIdLst>
            <p14:sldId id="263"/>
            <p14:sldId id="264"/>
            <p14:sldId id="265"/>
            <p14:sldId id="266"/>
          </p14:sldIdLst>
        </p14:section>
        <p14:section name="Wrap-up" id="{e17d2725-5f4a-a380-c2e1-92b2ca8f3f5d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know the audible range, infrasound and ultrasound, and can calculate depths with SONAR.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rely on timing echoes of sounds too high for us to hear.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upper limit falls as we grow 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Audible sound spreads out too much to locate small objects.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 divide by 2: down and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Modern ships send fans of beams to map a strip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Bats and dolphins use the same principle, called echolocation.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 that the speed in sea water depends on temperature and saltiness.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wavelength of a few millimetres lets the bat detect a moth.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of these uses students have seen.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About 20 Hz to 20 000 Hz. 2) 1500 m. 3) Elephant (or whale). 4) Its short wavelength gives detailed echoes, and it uses no harmful radiation.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idea: how do bats avoid confusing their echoes with those of other bats?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Ultrasound and SONAR · Std 9 Ch. 12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12 STUDY OF SOUND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Ultrasound and SONAR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4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ultrasound-and-sonar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Seeing with sound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Bats hunt moths in the dark. Ships measure oceans thousands of metres deep.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can sound show where things are?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ultrasound-and-sonar/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pulse heading for the sea bed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ranges of sound</a:t>
            </a:r>
            <a:endParaRPr lang="en-US" sz="30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36576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Range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Frequency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Examples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Infrasound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below 20 Hz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Earthquakes, whales, elephants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Audible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20 Hz to 20 kHz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Speech, music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Ultrasound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above 20 kHz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Bats, dolphins, dog whistles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ultrasound?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Very short wavelength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Travels in a narrow beam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Reflects well even from small objects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Echoes reveal position and shape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ultrasound-and-sonar/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About 50 kHz pulses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SONAR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depth = v × t ÷ 2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SOund Navigation And Ranging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Transmitter sends a pulse; receiver catches the echo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Sound in sea water: about 1500 m/s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ultrasound-and-sonar/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Echo from 3000 m returns after 4 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Mapping the sea bed</a:t>
            </a:r>
            <a:endParaRPr lang="en-US" sz="3000" dirty="0"/>
          </a:p>
        </p:txBody>
      </p:sp>
      <p:sp>
        <p:nvSpPr>
          <p:cNvPr id="4" name="One ping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One ping image" descr="/tmp/claude-0/-home-claude/7116491e-74ad-5a48-9637-67025fdd7b6d/scratchpad/deck/ultrasound-and-sonar/sha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One ping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1800 m: echo after 2.4 s.</a:t>
            </a:r>
            <a:endParaRPr lang="en-US" sz="1400" dirty="0"/>
          </a:p>
        </p:txBody>
      </p:sp>
      <p:sp>
        <p:nvSpPr>
          <p:cNvPr id="7" name="Many pings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Many pings image" descr="/tmp/claude-0/-home-claude/7116491e-74ad-5a48-9637-67025fdd7b6d/scratchpad/deck/ultrasound-and-sonar/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Many pings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dot for each echo traces the sea bed.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Uses of ultrasound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SONAR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 depth, wrecks, submarines, shoals of fish.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98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Sonography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Pictures of organs and unborn babies, no radiation.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Heart scans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Echocardiography shows the heart beating.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54" y="1463040"/>
            <a:ext cx="548640" cy="548640"/>
          </a:xfrm>
          <a:prstGeom prst="rect">
            <a:avLst/>
          </a:prstGeom>
        </p:spPr>
      </p:pic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Industry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Finds cracks in metal; cleans small parts.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how deep?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SONAR echo returns after 4 s. Sound travels at 1500 m/s in sea water. Find the depth.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Total distance = 1500 × 4 = 6000 m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Depth = 6000 ÷ 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3000 m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ultrasound-and-sonar/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Echo after 4 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Predicting the echo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The sea is 1800 m deep (v = 1500 m/s). When does the echo return?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 = 2 × 1800 ÷ 1500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2.4 s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bat's squeak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bat squeaks at 50 000 Hz in air (340 m/s). Find λ. Can we hear it?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λ = 340 ÷ 50 000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6.8 mm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Above 20 kHz: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ultrasound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Depth = v × t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Divide by 2: down and back.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“Ultrasound is loud”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means high frequency, not loudness.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340 m/s under water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about 1500 m/s in the sea.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Infra vs ultra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Infra: below 20 Hz. Ultra: above 20 kHz.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the audible range of a healthy young person?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SONAR echo returns after 2 s (v = 1500 m/s). How deep is the sea?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Name an animal that produces infrasound.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is ultrasound used to look inside the body?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Map the ocean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Ultrasound and SONAR lesson on the Visual Physics website. Move the ship and time the echoes.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That completes Chapter 12: Study of Sound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ultrasound-and-sonar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Ultrasound and SONAR</dc:title>
  <dc:subject>Std 9 Science, Chapter 12 Study of Sound</dc:subject>
  <dc:creator>Visual Physics</dc:creator>
  <cp:lastModifiedBy>Visual Physics</cp:lastModifiedBy>
  <cp:revision>1</cp:revision>
  <dcterms:created xsi:type="dcterms:W3CDTF">2026-10-06T10:28:08Z</dcterms:created>
  <dcterms:modified xsi:type="dcterms:W3CDTF">2026-10-06T10:28:08Z</dcterms:modified>
</cp:coreProperties>
</file>