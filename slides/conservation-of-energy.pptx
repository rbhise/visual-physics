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e0d3453-186c-c057-0eae-4cf580b90516}">
          <p14:sldIdLst>
            <p14:sldId id="256"/>
            <p14:sldId id="257"/>
          </p14:sldIdLst>
        </p14:section>
        <p14:section name="Key ideas" id="{59f73b6b-8e3c-9b7d-9a46-ba818517f9b4}">
          <p14:sldIdLst>
            <p14:sldId id="258"/>
          </p14:sldIdLst>
        </p14:section>
        <p14:section name="Free fall" id="{590f657e-7b55-618f-4d30-b550b88c3a89}">
          <p14:sldIdLst>
            <p14:sldId id="259"/>
            <p14:sldId id="260"/>
          </p14:sldIdLst>
        </p14:section>
        <p14:section name="Other examples" id="{d6cca9bf-b3cf-6368-8227-747d5d1eb5e9}">
          <p14:sldIdLst>
            <p14:sldId id="261"/>
          </p14:sldIdLst>
        </p14:section>
        <p14:section name="Practice" id="{45a214d0-b83b-eada-73a7-d3be6a4277a7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12db926f-a15d-5675-23a1-ebdcd818366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 of conservation of energy, follow P.E. and K.E. through free fall, and use v = √(2gh).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trace the energy changes in a torch, a pressure cooker and a bicycle dynamo.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ideas in all of science.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B, v² = 2gx from the third equation of motion, so K.E. = ½m(2gx) = mgx.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pictures show a 2 kg ball dropped from 5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mgh = ½mv², the m cancels, leaving v = √(2gh).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= √(2 × 98 ÷ 2) = √98 ≈ 9.9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answer depends on the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Energies: 39.2 J for 1 kg, 196 J for 5 kg.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is worth a class discussion: where does a stopped pendulum's energy 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Kinetic. 2) Potential (K.E. is zero for an instant). 3) 98 J. 4) Heat and sound, through air resistance and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trace the energy changes from the Sun to a cup of tea.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Conservation of Energy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Conservation of Energy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onservation-of-energy/fa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Energy changes form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Solar panel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 energy becomes electrical energy.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Battery and fan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Chemical → electrical → kinetic energy.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Hydroelectric dam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Potential → kinetic → electrical energy.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Green plants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 energy becomes chemical energy in food.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 of conservation of energy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Energy can neither be created nor destroyed. It can only be converted from one form into another.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total energy stays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that seems “lost” has changed into heat or sound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conservation-of-energy/fa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Falling ball: the green total bar never changes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Free fall: points A, B and C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37744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P.E.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K.E.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Total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A: top, at rest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B: fallen a distance x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mg(h − x)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mgx  (v² = 2gx)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C: just before landing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  (v² = 2gh)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Halfway and at the bottom</a:t>
            </a:r>
            <a:endParaRPr lang="en-US" sz="3000" dirty="0"/>
          </a:p>
        </p:txBody>
      </p:sp>
      <p:sp>
        <p:nvSpPr>
          <p:cNvPr id="4" name="Halfway image frame"/>
          <p:cNvSpPr/>
          <p:nvPr/>
        </p:nvSpPr>
        <p:spPr>
          <a:xfrm>
            <a:off x="46297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Halfway image" descr="/tmp/claude-0/-home-claude/7116491e-74ad-5a48-9637-67025fdd7b6d/scratchpad/deck/conservation-of-energy/fa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51" y="1097280"/>
            <a:ext cx="3938658" cy="2514600"/>
          </a:xfrm>
          <a:prstGeom prst="rect">
            <a:avLst/>
          </a:prstGeom>
        </p:spPr>
      </p:pic>
      <p:sp>
        <p:nvSpPr>
          <p:cNvPr id="6" name="Halfway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P.E. and K.E. about equal; total 98 J.</a:t>
            </a:r>
            <a:endParaRPr lang="en-US" sz="1400" dirty="0"/>
          </a:p>
        </p:txBody>
      </p:sp>
      <p:sp>
        <p:nvSpPr>
          <p:cNvPr id="7" name="Bottom image frame"/>
          <p:cNvSpPr/>
          <p:nvPr/>
        </p:nvSpPr>
        <p:spPr>
          <a:xfrm>
            <a:off x="466921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Bottom image" descr="/tmp/claude-0/-home-claude/7116491e-74ad-5a48-9637-67025fdd7b6d/scratchpad/deck/conservation-of-energy/fall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91" y="1097280"/>
            <a:ext cx="3938658" cy="2514600"/>
          </a:xfrm>
          <a:prstGeom prst="rect">
            <a:avLst/>
          </a:prstGeom>
        </p:spPr>
      </p:pic>
      <p:sp>
        <p:nvSpPr>
          <p:cNvPr id="9" name="Bottom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kinetic: 98 J at about 9.9 m/s.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Potential energy lost = kinetic energy gained.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Pendulums and slides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v = √(2gh)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Pendulum: all P.E. at the ends, all K.E. at the bottom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Smooth slide: speed at the bottom = √(2gh)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Mass cancels: heavy and light reach the same speed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Shape of the slide does not matter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onservation-of-energy/pendu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bars swap as the pendulum swings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free fall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 kg ball is dropped from 5 m. Find its energies at the top, halfway and just before landing.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Top: P.E. = 98 J, K.E. = 0, total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98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Halfway: P.E. = 49 J, K.E.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49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Bottom: K.E. = 98 J, 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9.9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onservation-of-energy/fall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Just before landing: all kinetic energy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playground slide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child slides from rest down a smooth slide 2.5 m high. Find her speed at the bottom.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√(2 × 9.8 × 2.5) = √49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7 m/s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pendulum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bob is released 0.2 m above its lowest point. Find its speed at the bottom.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√(2 × 9.8 × 0.2) = √3.92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1.98 m/s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Heavy or light, same speed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servation-of-energy/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86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2140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ball on a smooth slide from 4 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From 4 m on a smooth slide: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8.85 m/s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kg child at the bottom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8.85 m/s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kg child at the bottom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heavier child has five times the energy, but the same speed.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“Energy gets used up”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changes form, often into heat.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Heavier slides faster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friction, v = √(2gh) for any mass.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Counting energy twice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any point, P.E. + K.E. = starting energy.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Height in cm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metres: 50 cm = 0.5 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Just before a dropped ball lands, what form is most of its energy in?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the top of its swing, what kind of energy does a pendulum bob have?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1 kg ball falls from 10 m. Find its K.E. just before landing.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real pendulum slowly stops. Where did its energy go?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Watch the bars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Conservation of Energy lesson on the Visual Physics website. Drop a ball, swing a pendulum and race down a slide.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Power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onservation-of-energy/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Conservation of Energy</dc:title>
  <dc:subject>Std 9 Science, Chapter 2 Work and Energy</dc:subject>
  <dc:creator>Visual Physics</dc:creator>
  <cp:lastModifiedBy>Visual Physics</cp:lastModifiedBy>
  <cp:revision>1</cp:revision>
  <dcterms:created xsi:type="dcterms:W3CDTF">2026-10-06T01:56:05Z</dcterms:created>
  <dcterms:modified xsi:type="dcterms:W3CDTF">2026-10-06T01:56:05Z</dcterms:modified>
</cp:coreProperties>
</file>