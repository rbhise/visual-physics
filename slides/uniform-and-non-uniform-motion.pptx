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e05ac19-652a-1be0-a873-f2dfcbec8814}">
          <p14:sldIdLst>
            <p14:sldId id="256"/>
            <p14:sldId id="257"/>
          </p14:sldIdLst>
        </p14:section>
        <p14:section name="Key ideas" id="{98bcf14d-ae09-b049-5428-c5c740a56645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abb636d9-5142-140e-3c7b-e08dd41c8df7}">
          <p14:sldIdLst>
            <p14:sldId id="263"/>
            <p14:sldId id="264"/>
            <p14:sldId id="265"/>
            <p14:sldId id="266"/>
          </p14:sldIdLst>
        </p14:section>
        <p14:section name="Wrap-up" id="{376e7500-a45a-c1ed-6c65-7a743bdbc55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tell uniform from non-uniform motion using equal time intervals, and recognise each on a distance–time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describe the dots before naming anything. Car A's dots are evenly spaced; car B's are not, and two of them sit on top of each other where B stopped.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'equal intervals of time, however small'. A car that covers 60 m in each minute but varies within the minute is not strictly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everyday examples: an auto-rickshaw in traffic, a train leaving a station, a ball rolling to a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quick tests students can apply to any table, picture or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the distance covered in each second for both cars. P: 15, 15, 15, 15, 15 (uniform). Q: 5, 10, 15, 20, 25 (non-uniform). Both reach 75 m in 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totals match in both pictures, yet the dot patterns and graph shapes are completely different. Totals alone cannot tell you whether motion was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shows why an average speed can hide non-uniform motion: Q's speed went from about 5 m/s to about 25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 B's speeds second by second: 12, 12, 0, 0, 15, 15, 15, 0, 10, 10 m/s. Total 89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errors come from looking only at the final distance and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Yes, equal distances in equal times. 2) Any stop-start example: bus, traffic, walking up stairs. 3) A straight line. 4) No; equal average speeds say nothing about how the speed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record the distance a friend walks every 5 seconds, once walking steadily and once speeding up. Plot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Uniform and Non-uniform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Uniform and Non-uniform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uniform-and-non-uniform-motion/spee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Highway or traffic?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 A cruises along an empty highway. Car B is stuck in city traffic: it moves, stops, then moves again.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car covers the same distance every second?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900541"/>
          </a:xfrm>
          <a:prstGeom prst="roundRect">
            <a:avLst>
              <a:gd name="adj" fmla="val 252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uniform-and-non-uniform-motion/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82738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12583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Dots show each car's position at every second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Uniform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motion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Equal distances in equal intervals of time.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speed does not change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Dots at each second are evenly spaced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Along a straight line: uniform linear motion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Distance–time graph: a straight line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and-non-uniform-motion/speedu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 A (violet) adds 10 m every second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Non-uniform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motion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Unequal distances in equal intervals of time.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speed keeps changing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Gaps between the dots change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Speeding up, slowing down or stopping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Distance–time graph: a curve or a bent line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and-non-uniform-motion/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 traffic, car B (coral) moves, stops and moves again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spot it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Equal gaps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distance in every second: uniform motion.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Changing gaps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Different distances in equal times: non-uniform motion.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 shape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straight distance–time line means uniform. A curve means non-uniform.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 the table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Time (s)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Car P (m)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Car Q (m)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distance, different motion</a:t>
            </a:r>
            <a:endParaRPr lang="en-US" sz="3000" dirty="0"/>
          </a:p>
        </p:txBody>
      </p:sp>
      <p:sp>
        <p:nvSpPr>
          <p:cNvPr id="4" name="Speeding up image frame"/>
          <p:cNvSpPr/>
          <p:nvPr/>
        </p:nvSpPr>
        <p:spPr>
          <a:xfrm>
            <a:off x="68383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peeding up image" descr="/tmp/claude-0/-home-claude/7116491e-74ad-5a48-9637-67025fdd7b6d/scratchpad/deck/uniform-and-non-uniform-motion/speedu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10" y="1097280"/>
            <a:ext cx="3496939" cy="2514600"/>
          </a:xfrm>
          <a:prstGeom prst="rect">
            <a:avLst/>
          </a:prstGeom>
        </p:spPr>
      </p:pic>
      <p:sp>
        <p:nvSpPr>
          <p:cNvPr id="6" name="Speeding up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 B speeds up and also reaches 100 m at 10 s.</a:t>
            </a:r>
            <a:endParaRPr lang="en-US" sz="1400" dirty="0"/>
          </a:p>
        </p:txBody>
      </p:sp>
      <p:sp>
        <p:nvSpPr>
          <p:cNvPr id="7" name="Slowing down image frame"/>
          <p:cNvSpPr/>
          <p:nvPr/>
        </p:nvSpPr>
        <p:spPr>
          <a:xfrm>
            <a:off x="489007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lowing down image" descr="/tmp/claude-0/-home-claude/7116491e-74ad-5a48-9637-67025fdd7b6d/scratchpad/deck/uniform-and-non-uniform-motion/sl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650" y="1097280"/>
            <a:ext cx="3496939" cy="2514600"/>
          </a:xfrm>
          <a:prstGeom prst="rect">
            <a:avLst/>
          </a:prstGeom>
        </p:spPr>
      </p:pic>
      <p:sp>
        <p:nvSpPr>
          <p:cNvPr id="9" name="Slowing down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 B starts fast and brakes, again reaching 100 m at 10 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Car A (violet) and car B end in the same place at the same time, but only car A moved uniformly.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express train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train covers 25 m in every second for 2 minutes. Is its motion uniform? Find its speed and the distance travelled.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Equal distances in equal times: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uniform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Speed = 25 m ÷ 1 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= 25 × 120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3000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 Q from the table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car Q's average speed over 5 s, and the distance it covers in its first and last seconds.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speed = 75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First second: 5 − 0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Last second: 75 − 50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average can hide the detail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966294"/>
          </a:xfrm>
          <a:prstGeom prst="roundRect">
            <a:avLst>
              <a:gd name="adj" fmla="val 24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uniform-and-non-uniform-motion/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89314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14587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 B in heavy traffic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 B covers 89 m in 10 s, but not steadily: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8.9 m/s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speed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 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 seconds 3 and 4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Two seconds standing still and seconds of 15 m each average out to 8.9 m/s.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Judging by the total only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cars can cover the same total in the same time. Check each equal interval.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“Uniform means fast”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tortoise at a steady 0.1 m/s is in uniform motion. Uniform means unchanging.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stops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stop is part of the motion. Stopping at a signal makes the motion non-uniform.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cyclist covers 4 m in each of four seconds. Is her motion uniform?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one example of non-uniform motion from your journey to school.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shape is the distance–time graph for uniform motion?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runners each finish 100 m in 20 s. Must both have run uniformly?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Race the cars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Uniform and Non-uniform Motion lesson on the Visual Physics website. Change car B's motion and watch the dots and the graph.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Acceleration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uniform-and-non-uniform-motion/slow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and Non-uniform Motion</dc:title>
  <dc:subject>Std 9 Science, Chapter 1 Laws of Motion</dc:subject>
  <dc:creator>Visual Physics</dc:creator>
  <cp:lastModifiedBy>Visual Physics</cp:lastModifiedBy>
  <cp:revision>1</cp:revision>
  <dcterms:created xsi:type="dcterms:W3CDTF">2026-10-06T01:56:03Z</dcterms:created>
  <dcterms:modified xsi:type="dcterms:W3CDTF">2026-10-06T01:56:03Z</dcterms:modified>
</cp:coreProperties>
</file>