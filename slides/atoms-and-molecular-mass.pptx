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b114fbc-1c6c-ae2b-b911-b870c3d3a920}">
          <p14:sldIdLst>
            <p14:sldId id="256"/>
            <p14:sldId id="257"/>
          </p14:sldIdLst>
        </p14:section>
        <p14:section name="Key ideas" id="{84784885-b5a3-161a-db75-a1a1e9cdb708}">
          <p14:sldIdLst>
            <p14:sldId id="258"/>
            <p14:sldId id="259"/>
            <p14:sldId id="260"/>
            <p14:sldId id="261"/>
          </p14:sldIdLst>
        </p14:section>
        <p14:section name="Practice" id="{64556ba6-74a5-1c12-e3d9-f865a89b1819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378efd8b-006a-af5d-5f58-9bed7c65755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tell atoms from molecules, use the atomic mass unit, and calculate molecular masses.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compare them with a standard atom, carbon-12, instead of weighing them in kilograms.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Noble gases like helium exist as single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Carbon-12 was chosen as the standard by international 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know the common ones by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simulation's table shows each line of the sum.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out one line per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Glucose is the sugar our bodies use for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trap is to apply the subscript to the whole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the one-line-per-element layout to avoid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44 u. 2) One-twelfth of the mass of a carbon-12 atom. 3) 24. 4) 100 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the formulae of five substances in the kitchen and work out their molecular masses.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Atoms, Molecules and Molecular Mass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Atoms, Molecules and Molecular Mass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atoms-and-molecular-mass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Weighing the unweighable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carbon atom has a mass of about 2 × 10⁻²⁶ kg, far too small for any balance.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we compare the masses of atoms?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atoms-and-molecular-mass/c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CO₂: 12 + 2 × 16 = 44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Atoms and molecules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Atom: smallest particle of an element in a reaction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Molecule: smallest particle that exists independently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Element molecules: O₂, H₂, N₂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Compound molecules: H₂O, CO₂, NH₃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atoms-and-molecular-mass/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water molecule: two hydrogen atoms and one oxygen atom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atomic mass unit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 u = 1/12 × mass of C-12</a:t>
            </a:r>
            <a:endParaRPr lang="en-US" sz="20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Also called the dalton (Da)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u ≈ 1.66 × 10⁻²⁷ kg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Relative atomic mass: how many times heavier than 1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 = 12, O = 16, H = 1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toms-and-molecular-mass/nh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Ammonia: 14 + 3 × 1 = 17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Atomic masses you will need</a:t>
            </a:r>
            <a:endParaRPr lang="en-US" sz="30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737360"/>
                <a:gridCol w="914400"/>
                <a:gridCol w="1828800"/>
                <a:gridCol w="1097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Element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Hydrogen H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Sodium Na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Chlorine Cl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35.5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Carbon C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Magnesium Mg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Calcium Ca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Nitrogen N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Aluminium 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Iron Fe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Oxygen O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Sulphur 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Copper Cu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63.5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Molecular mass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Sum of atomic masses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Multiply each atomic mass by its number of atoms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Then add them all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H₂O: 2 × 1 + 16 = 18 u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u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atoms-and-molecular-mass/h2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H₂SO₄: 2 + 32 + 64 = 98 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Ammonia, NH₃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ammonia.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× 14 + 3 × 1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17 u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Sulphuric acid, H₂SO₄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sulphuric acid.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1 = 2; 32; 4 × 16 = 64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+ 32 + 64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98 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glucose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molecular mass of glucose, C₆H₁₂O₆.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 × 12 = 72; 12 × 1 = 12; 6 × 16 = 96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72 + 12 + 96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180 u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atoms-and-molecular-mass/gluc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24 atoms in one molecule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Marble and limestone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atoms-and-molecular-mass/cac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Calcium carbonate, CaCO₃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40 + 12 + 3 × 16: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100 u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molecular mass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atoms in one unit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3 belongs to oxygen only: one Ca, one C, three 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subscripts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H₂SO₄ has 4 O atoms: 4 × 16.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Subscript on the wrong atom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CaCO₃ the 3 is for O only.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 for one molecule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Molecular mass is in u.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Atom vs molecule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is an atom; O₂ is a molecule.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molecular mass of carbon dioxide, CO₂.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is 1 u defined?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atoms are in one molecule of C₆H₁₂O₆?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molecular mass of calcium carbonate, CaCO₃.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Build molecules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Atoms and Molecular Mass lesson on the Visual Physics website. Pick a molecule or build your own.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mole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atoms-and-molecular-mass/h2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Atoms, Molecules and Molecular Mass</dc:title>
  <dc:subject>Std 9 Science, Chapter 4 Measurement of Matter</dc:subject>
  <dc:creator>Visual Physics</dc:creator>
  <cp:lastModifiedBy>Visual Physics</cp:lastModifiedBy>
  <cp:revision>1</cp:revision>
  <dcterms:created xsi:type="dcterms:W3CDTF">2026-10-06T02:15:10Z</dcterms:created>
  <dcterms:modified xsi:type="dcterms:W3CDTF">2026-10-06T02:15:10Z</dcterms:modified>
</cp:coreProperties>
</file>