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ad49577-3306-e802-9d53-22ef2afc9913}">
          <p14:sldIdLst>
            <p14:sldId id="256"/>
            <p14:sldId id="257"/>
          </p14:sldIdLst>
        </p14:section>
        <p14:section name="Key ideas" id="{f7cce57b-a737-cac8-a6bf-17458aa676dd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2b959ac5-9ad7-4b50-60ca-21d8b1bf9c7b}">
          <p14:sldIdLst>
            <p14:sldId id="263"/>
            <p14:sldId id="264"/>
            <p14:sldId id="265"/>
            <p14:sldId id="266"/>
          </p14:sldIdLst>
        </p14:section>
        <p14:section name="Wrap-up" id="{e408f800-3a97-1601-9fe9-3c231a7f1a2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that sound obeys the laws of reflection, explain the 0.1 s condition for an echo, use d = vt/2, and describe reverberation.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laws as for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by 2 because the sound goes there and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shaded band on the timeline is the 0.1 s the clap lingers.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Concert halls are designed to have just the right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students have seen: most will know megaphones and stethoscopes.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both before revealing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330 m/s means the air is just below 0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bats need 'divide by 2' too when judging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At least 0.1 s. 2) 340 m. 3) Any two of curtains, carpets, padded seats, fibreboard, acoustic panels. 4) By repeated reflection along its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measure the speed of sound by clapping in time with the echo from a wall 50 m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Echo and Reverberation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Echo and Reverberation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echo-and-reverberation/don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hills shout back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Shout across a valley and the hills reply. Clap in a small room and you hear nothing extra.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Both are reflections. Why is only one an echo?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echo-and-reverberation/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clap on its way back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Sound reflects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Hard surfaces reflect sound well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Angle of incidence = angle of reflection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Incident sound, reflected sound and normal in one plane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 with two tubes and a ticking watch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echo-and-reverberation/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clap travelling towards the wall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Echo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 = v × t ÷ 2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ears hold a sound for about 0.1 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echo must return at least 0.1 s later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344 m/s that needs d ≥ 17.2 m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echo-and-reverberation/don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34 m: echo after 0.2 s, clearly separate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Echo or not?</a:t>
            </a:r>
            <a:endParaRPr lang="en-US" sz="3000" dirty="0"/>
          </a:p>
        </p:txBody>
      </p:sp>
      <p:sp>
        <p:nvSpPr>
          <p:cNvPr id="4" name="Wall 34 m away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Wall 34 m away image" descr="/tmp/claude-0/-home-claude/7116491e-74ad-5a48-9637-67025fdd7b6d/scratchpad/deck/echo-and-reverberation/don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Wall 34 m away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Echo after 0.2 s: heard separately.</a:t>
            </a:r>
            <a:endParaRPr lang="en-US" sz="1400" dirty="0"/>
          </a:p>
        </p:txBody>
      </p:sp>
      <p:sp>
        <p:nvSpPr>
          <p:cNvPr id="7" name="Wall 8 m away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Wall 8 m away image" descr="/tmp/claude-0/-home-claude/7116491e-74ad-5a48-9637-67025fdd7b6d/scratchpad/deck/echo-and-reverberation/n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Wall 8 m away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Echo after 0.047 s: merges with the clap.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Reverberation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Many overlapping reflections in a closed hall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 lingers after the source stops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little sounds full; too much blurs speech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 it with curtains, carpets, padded seats, panels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echo-and-reverberation/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Curtains absorb instead of reflecting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Using reflected sound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Megaphone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flared tube sends sound forward in one direction.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Stethoscope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heartbeat reflects along the tube to the ears.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Sound boards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curved board behind the stage spreads sound evenly.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Curved ceilings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Reflect sound to every part of the hall.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shortest distance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Least distance for a distinct echo at 20 °C?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344 m/s; t ≥ 0.1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= 344 × 0.1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17.2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Echo time to distance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echo returns 0.5 s after a clap at 20 °C. How far is the wall?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= 344 × 0.5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86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speed from an echo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girl stands 165 m from a cliff. The echo of her clap returns after 1 s. Find the speed of sound.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travelled = 2 × 165 = 330 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330 ÷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330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echo-and-reverberation/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Far wall: a clear 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to halve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 = vt ÷ 2.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“Every reflection is an echo”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if it returns 0.1 s or more later.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“Always 17.2 m”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That is for 344 m/s.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“Reverberation is always bad”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little helps music.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long after the original must a reflected sound arrive to be heard as an echo?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echo is heard 2 s after a shout (v = 340 m/s). How far is the cliff?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two materials that reduce reverberation in a hall.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does a stethoscope carry sound to the doctor's ears?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Clap at a wall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Echo and Reverberation lesson on the Visual Physics website. Move the wall and watch the echo on the timeline.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Ultrasound and SONAR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echo-and-reverberation/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and Reverberation</dc:title>
  <dc:subject>Std 9 Science, Chapter 12 Study of Sound</dc:subject>
  <dc:creator>Visual Physics</dc:creator>
  <cp:lastModifiedBy>Visual Physics</cp:lastModifiedBy>
  <cp:revision>1</cp:revision>
  <dcterms:created xsi:type="dcterms:W3CDTF">2026-10-06T10:27:44Z</dcterms:created>
  <dcterms:modified xsi:type="dcterms:W3CDTF">2026-10-06T10:27:44Z</dcterms:modified>
</cp:coreProperties>
</file>