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7ba185e-ae0c-e63d-5031-ed7becaf9c21}">
          <p14:sldIdLst>
            <p14:sldId id="256"/>
            <p14:sldId id="257"/>
          </p14:sldIdLst>
        </p14:section>
        <p14:section name="Key ideas" id="{8910efb0-feb2-371a-8722-c0f36425370a}">
          <p14:sldIdLst>
            <p14:sldId id="258"/>
            <p14:sldId id="259"/>
          </p14:sldIdLst>
        </p14:section>
        <p14:section name="Safety" id="{7bd27441-7164-8342-926b-46cffd508ce2}">
          <p14:sldIdLst>
            <p14:sldId id="260"/>
            <p14:sldId id="261"/>
            <p14:sldId id="264"/>
          </p14:sldIdLst>
        </p14:section>
        <p14:section name="Practice" id="{e9242a26-4e0b-20ec-94f3-ea276dc9c730}">
          <p14:sldIdLst>
            <p14:sldId id="262"/>
            <p14:sldId id="263"/>
            <p14:sldId id="265"/>
            <p14:sldId id="266"/>
          </p14:sldIdLst>
        </p14:section>
        <p14:section name="Safety" id="{3773bf6e-1589-7f1d-2cb9-06d2634c602e}">
          <p14:sldIdLst/>
        </p14:section>
        <p14:section name="Practice" id="{92115303-60f4-96df-8d77-8659041e583c}">
          <p14:sldIdLst/>
        </p14:section>
        <p14:section name="Wrap-up" id="{4b4851d5-146c-50c0-046f-53fad7afa75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describe the three-wire system, explain why appliances are in parallel, calculate I = P/V, and explain fuses, MCBs and earthing.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what students can see at home: switches, sockets, the meter, the MCB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supply in India is about 230 V (often quoted as 220 V).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Switches always go in the live wire.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MCB is a switch that trips instead of melting, and can be reset.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earth wire carries current only when there is a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round down when counting appliances against a fuse 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Heavy appliances should be on separate, higher-rated circuits.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each precaution and the physics behind it: water and bodies conduct; rubber and dry wood insulate.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life-safety points, not just exam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Green or yellow. 2) In parallel. 3) 10 A. 4) It melts and breaks the circuit.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with an adult, find the MCB box at home and note the rating of each MCB.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Electricity at Home · Std 9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3 CURRENT ELECTRICITY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Electricity at Home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4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household-electricity/eve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Behind the switch board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Every switch board hides three wires, a fuse and an arrangement that lets each appliance work on its own.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does it all work, and how does it keep you safe?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83450"/>
          </a:xfrm>
          <a:prstGeom prst="roundRect">
            <a:avLst>
              <a:gd name="adj" fmla="val 283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household-electricity/eve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51029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80874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Lights, fan and TV on a 15 A circuit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wires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L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 or brown. Carries current at high potential (about 230 V).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Neutral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Black or blue. Completes the circuit back to the supply.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Earth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Green or yellow. Joined to a metal plate buried in the ground.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Appliances in parallel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I = P ÷ V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appliance is joined between live and neutral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gets the full 230 V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has its own switch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Currents add up in the main wires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household-electricity/eve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215 W in total: 0.93 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fuse at work</a:t>
            </a:r>
            <a:endParaRPr lang="en-US" sz="3000" dirty="0"/>
          </a:p>
        </p:txBody>
      </p:sp>
      <p:sp>
        <p:nvSpPr>
          <p:cNvPr id="4" name="Normal load image frame"/>
          <p:cNvSpPr/>
          <p:nvPr/>
        </p:nvSpPr>
        <p:spPr>
          <a:xfrm>
            <a:off x="462975" y="1060704"/>
            <a:ext cx="401181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Normal load image" descr="/tmp/claude-0/-home-claude/7116491e-74ad-5a48-9637-67025fdd7b6d/scratchpad/deck/household-electricity/eve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551" y="1097280"/>
            <a:ext cx="3938658" cy="2514600"/>
          </a:xfrm>
          <a:prstGeom prst="rect">
            <a:avLst/>
          </a:prstGeom>
        </p:spPr>
      </p:pic>
      <p:sp>
        <p:nvSpPr>
          <p:cNvPr id="6" name="Normal load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0.93 A: well below the 15 A rating.</a:t>
            </a:r>
            <a:endParaRPr lang="en-US" sz="1400" dirty="0"/>
          </a:p>
        </p:txBody>
      </p:sp>
      <p:sp>
        <p:nvSpPr>
          <p:cNvPr id="7" name="Overload image frame"/>
          <p:cNvSpPr/>
          <p:nvPr/>
        </p:nvSpPr>
        <p:spPr>
          <a:xfrm>
            <a:off x="4669215" y="1060704"/>
            <a:ext cx="401181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Overload image" descr="/tmp/claude-0/-home-claude/7116491e-74ad-5a48-9637-67025fdd7b6d/scratchpad/deck/household-electricity/over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91" y="1097280"/>
            <a:ext cx="3938658" cy="2514600"/>
          </a:xfrm>
          <a:prstGeom prst="rect">
            <a:avLst/>
          </a:prstGeom>
        </p:spPr>
      </p:pic>
      <p:sp>
        <p:nvSpPr>
          <p:cNvPr id="9" name="Overload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19.6 A: the fuse melts and cuts the supply.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A fuse or MCB protects the wiring from overheating and fire.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metal appliances are earthed</a:t>
            </a:r>
            <a:endParaRPr lang="en-US" sz="3000" dirty="0"/>
          </a:p>
        </p:txBody>
      </p:sp>
      <p:sp>
        <p:nvSpPr>
          <p:cNvPr id="4" name="With earth image frame"/>
          <p:cNvSpPr/>
          <p:nvPr/>
        </p:nvSpPr>
        <p:spPr>
          <a:xfrm>
            <a:off x="42062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With earth image" descr="/tmp/claude-0/-home-claude/7116491e-74ad-5a48-9637-67025fdd7b6d/scratchpad/deck/household-electricity/faultEar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68677"/>
          </a:xfrm>
          <a:prstGeom prst="rect">
            <a:avLst/>
          </a:prstGeom>
        </p:spPr>
      </p:pic>
      <p:sp>
        <p:nvSpPr>
          <p:cNvPr id="6" name="With earth text"/>
          <p:cNvSpPr txBox="1"/>
          <p:nvPr/>
        </p:nvSpPr>
        <p:spPr>
          <a:xfrm>
            <a:off x="45720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Fault current flows to earth, the fuse blows: safe.</a:t>
            </a:r>
            <a:endParaRPr lang="en-US" sz="1400" dirty="0"/>
          </a:p>
        </p:txBody>
      </p:sp>
      <p:sp>
        <p:nvSpPr>
          <p:cNvPr id="7" name="No earth image frame"/>
          <p:cNvSpPr/>
          <p:nvPr/>
        </p:nvSpPr>
        <p:spPr>
          <a:xfrm>
            <a:off x="4626864" y="1060704"/>
            <a:ext cx="4096512" cy="2641829"/>
          </a:xfrm>
          <a:prstGeom prst="roundRect">
            <a:avLst>
              <a:gd name="adj" fmla="val 276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No earth image" descr="/tmp/claude-0/-home-claude/7116491e-74ad-5a48-9637-67025fdd7b6d/scratchpad/deck/household-electricity/faultNoEar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68677"/>
          </a:xfrm>
          <a:prstGeom prst="rect">
            <a:avLst/>
          </a:prstGeom>
        </p:spPr>
      </p:pic>
      <p:sp>
        <p:nvSpPr>
          <p:cNvPr id="9" name="No earth text"/>
          <p:cNvSpPr txBox="1"/>
          <p:nvPr/>
        </p:nvSpPr>
        <p:spPr>
          <a:xfrm>
            <a:off x="4663440" y="3803117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Fuse does not blow; the iron's body is live: danger.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 electric iron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1000 W iron runs on 230 V. Find the current.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= 1000 ÷ 230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4.35 A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many bulbs?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How many 100 W bulbs can run on a 5 A circuit at 230 V?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Max power = 230 × 5 = 1150 W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1150 ÷ 100 = 11.5, so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11 bulbs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will the fuse blow?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15 A circuit supplies a 2000 W geyser, a 1500 W AC and a 1000 W iron together. Will the fuse blow?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Total power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4500 W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= 4500 ÷ 230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19.6 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19.6 A &gt; 15 A: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yes, it blows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525071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household-electricity/over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451919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704647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4500 W on a 15 A circuit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Safety precautions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Out of reach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switches and sockets away from small children.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Unplug first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Switch off and unplug before cleaning or repairs.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Dry hands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Never touch switches with wet hands; wear rubber soles.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Shock victim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not touch. Switch off or use a dry wooden stick.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Switch in neutral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Switches and fuses go in the live wire.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Higher fuse “for safety”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the correct rating or it will not protect.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Earth carries current normally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when there is a fault.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Touching a shock victim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Switch off the supply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colour is the earth wire's insulation?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are household appliances connected?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2300 W geyser runs on 230 V. Find the current.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a fuse do when the current is too large?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Wire a house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Electricity at Home lesson on the Visual Physics website. Switch on appliances, overload the fuse and test the earth wire.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3: Current Electricity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66692"/>
          </a:xfrm>
          <a:prstGeom prst="roundRect">
            <a:avLst>
              <a:gd name="adj" fmla="val 296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household-electricity/faultEar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93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Electricity at Home</dc:title>
  <dc:subject>Std 9 Science, Chapter 3 Current Electricity</dc:subject>
  <dc:creator>Visual Physics</dc:creator>
  <cp:lastModifiedBy>Visual Physics</cp:lastModifiedBy>
  <cp:revision>1</cp:revision>
  <dcterms:created xsi:type="dcterms:W3CDTF">2026-10-06T01:56:05Z</dcterms:created>
  <dcterms:modified xsi:type="dcterms:W3CDTF">2026-10-06T01:56:05Z</dcterms:modified>
</cp:coreProperties>
</file>