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4d4aa2-6694-dbae-a9df-adb312d5b06d}">
          <p14:sldIdLst>
            <p14:sldId id="256"/>
            <p14:sldId id="257"/>
          </p14:sldIdLst>
        </p14:section>
        <p14:section name="Key ideas" id="{3f209382-6a1d-f774-97ba-5d0c51080552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a0d3b8f5-bd98-fef8-e94e-9580a964d777}">
          <p14:sldIdLst>
            <p14:sldId id="263"/>
            <p14:sldId id="264"/>
            <p14:sldId id="265"/>
            <p14:sldId id="266"/>
          </p14:sldIdLst>
        </p14:section>
        <p14:section name="Wrap-up" id="{bba5ee92-805c-0e25-6eab-231cf4671de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describe refracting, Newtonian, Cassegrain and radio telescopes and explain why aperture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jobs: gather more light, and show finer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collected depends on area, and area goes as the square of the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Coloured fringes happen because different colours focus at slightly different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Newton built the first reflecting telescope in 1668.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large modern telescope is a reflector.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GMRT is run by NCRA-TIFR; its dishes are spread over about 25 km near Narayangaon.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Square the ratio of widths.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Hubble's design is a Cassegrain variant called Ritchey–Chrétien.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correct each statement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Newtonian. 2) Big lenses sag and give coloured fringes; mirrors can be supported from behind. 3) 9 times. 4) Near Narayangaon, about 80 km from Pune.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make a simple refractor from two magnifying lenses and a paper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Optical and Radio Telescopes · Std 9 Ch. 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18 OBSERVING SPACE: TELESCOPES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Optical and Radio Telescopes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16435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optical-telescopes/new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11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Galileo's first look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1609 Galileo turned a small telescope to the sky and saw craters on the Moon and four moons circling Jupiter.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does a telescope do that the eye cannot?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266360"/>
          </a:xfrm>
          <a:prstGeom prst="roundRect">
            <a:avLst>
              <a:gd name="adj" fmla="val 322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optical-telescopes/re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19320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4916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refracting telescope like Galileo's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Gathering light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light gathered ∝ D²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 is the aperture: width of the main lens or mirror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Your pupil is about 7 mm wide at night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Twice the width collects four times the light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optical-telescopes/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14220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14 cm: about 400 times your eye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Refracting telescope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Convex objective lens focuses the light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Eyepiece lens magnifies the image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Big lenses sag and give coloured fringes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Largest ever: about 1 m wide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optical-telescopes/ref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14220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Objective, focus, eyepiece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kinds of reflector</a:t>
            </a:r>
            <a:endParaRPr lang="en-US" sz="3000" dirty="0"/>
          </a:p>
        </p:txBody>
      </p:sp>
      <p:sp>
        <p:nvSpPr>
          <p:cNvPr id="4" name="Newtonian image frame"/>
          <p:cNvSpPr/>
          <p:nvPr/>
        </p:nvSpPr>
        <p:spPr>
          <a:xfrm>
            <a:off x="420624" y="106070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Newtonian image" descr="/tmp/claude-0/-home-claude/7116491e-74ad-5a48-9637-67025fdd7b6d/scratchpad/deck/optical-telescopes/new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244213"/>
          </a:xfrm>
          <a:prstGeom prst="rect">
            <a:avLst/>
          </a:prstGeom>
        </p:spPr>
      </p:pic>
      <p:sp>
        <p:nvSpPr>
          <p:cNvPr id="6" name="Newtonian text"/>
          <p:cNvSpPr txBox="1"/>
          <p:nvPr/>
        </p:nvSpPr>
        <p:spPr>
          <a:xfrm>
            <a:off x="457200" y="347865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 mirror + plane mirror at 45°; eyepiece at the side.</a:t>
            </a:r>
            <a:endParaRPr lang="en-US" sz="1400" dirty="0"/>
          </a:p>
        </p:txBody>
      </p:sp>
      <p:sp>
        <p:nvSpPr>
          <p:cNvPr id="7" name="Cassegrain image frame"/>
          <p:cNvSpPr/>
          <p:nvPr/>
        </p:nvSpPr>
        <p:spPr>
          <a:xfrm>
            <a:off x="4626864" y="106070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assegrain image" descr="/tmp/claude-0/-home-claude/7116491e-74ad-5a48-9637-67025fdd7b6d/scratchpad/deck/optical-telescopes/c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244213"/>
          </a:xfrm>
          <a:prstGeom prst="rect">
            <a:avLst/>
          </a:prstGeom>
        </p:spPr>
      </p:pic>
      <p:sp>
        <p:nvSpPr>
          <p:cNvPr id="9" name="Cassegrain text"/>
          <p:cNvSpPr txBox="1"/>
          <p:nvPr/>
        </p:nvSpPr>
        <p:spPr>
          <a:xfrm>
            <a:off x="4663440" y="347865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 mirror with a hole + convex mirror; eyepiece at the 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mirrors win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Support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mirror can be held up from behind; a lens only at its edge.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24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colour fringes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colours reflect to the same focus.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128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Huge sizes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Mirrors can be 10 m wide, even made of segments.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Radio telescopes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parabolic metal dish reflects radio waves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receiver sits at the focus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Radio waves are long, so dishes are huge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GMRT near Pune: 30 dishes, each 45 m wide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215355"/>
          </a:xfrm>
          <a:prstGeom prst="roundRect">
            <a:avLst>
              <a:gd name="adj" fmla="val 330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optical-telescopes/ra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14220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39493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Parallel waves meet at the receiver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small telescope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 = 14 cm, pupil = 0.7 cm. How much more light?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14 ÷ 0.7 = 20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20²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400 times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Doubling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50 cm mirror is replaced by a 100 cm one. How much more light?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2²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 times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Hubble Space Telescope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317365"/>
          </a:xfrm>
          <a:prstGeom prst="roundRect">
            <a:avLst>
              <a:gd name="adj" fmla="val 315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optical-telescopes/hub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244213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496941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2.4 m Cassegrain-type mirror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240 cm ÷ 0.7 cm ≈ 343, and 343² ≈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1.2 lakh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times your eye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2.4 m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mirror width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It can see objects billions of times fainter than the eye 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“Just a magnifier”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First, it collects light.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“Twice as wide, twice the light”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times: area goes as D².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Mixing up reflectors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Newtonian: plane mirror. Cassegrain: convex mirror.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“Radio telescopes hear sounds”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detect radio waves.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telescope uses a concave mirror and a plane mirror?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are all very large telescopes reflectors?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telescope's aperture is tripled. How much more light does it gather?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is the GMRT?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Trace the light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Optical and Radio Telescopes lesson on the Visual Physics website. Switch designs and change the aperture.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Telescopes in space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16435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optical-telescopes/c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091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and Radio Telescopes</dc:title>
  <dc:subject>Std 9 Science, Chapter 18 Observing Space: Telescopes</dc:subject>
  <dc:creator>Visual Physics</dc:creator>
  <cp:lastModifiedBy>Visual Physics</cp:lastModifiedBy>
  <cp:revision>1</cp:revision>
  <dcterms:created xsi:type="dcterms:W3CDTF">2026-10-06T10:39:08Z</dcterms:created>
  <dcterms:modified xsi:type="dcterms:W3CDTF">2026-10-06T10:39:08Z</dcterms:modified>
</cp:coreProperties>
</file>