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11c6251-9d55-07d9-14b1-444b7c8ae77f}">
          <p14:sldIdLst>
            <p14:sldId id="256"/>
            <p14:sldId id="257"/>
          </p14:sldIdLst>
        </p14:section>
        <p14:section name="Key ideas" id="{50ea7fd3-004d-4f63-2be1-dc22938f760a}">
          <p14:sldIdLst>
            <p14:sldId id="258"/>
            <p14:sldId id="259"/>
            <p14:sldId id="260"/>
            <p14:sldId id="261"/>
          </p14:sldIdLst>
        </p14:section>
        <p14:section name="Practice" id="{d724a81a-bd3a-9bbf-1ba2-206c15c046c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fd50e7a0-bd24-31ab-9d5d-a0b27c2880e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Avogadro's number, molar mass, n = m/M and N = n × Nₐ.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mole is the chemist's dozen, just a much bigger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6.022 × 10²³ is about 600 000 billion billion.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mole of every substance has the same number of particles but a different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in either direction: particles → moles → mass works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glucose molecule is 15 times heavier than a carbon atom.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molecule has 3 atoms, so there are 3.61 × 10²⁴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powers of ten in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Iron exists as single atoms, so particles and atoms are the same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tracking prevents most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 mol. 2) 6.022 × 10²³. 3) 9 g. 4) 1 mol of water (3 atoms per molecule).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how many moles of sugar are in a 1 kg packet (sucrose, C₁₂H₂₂O₁₁ = 342 g/mol)? About 2.9 mol.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Mole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The Mole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he-mole/water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by weighing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shopkeeper counts eggs in dozens and paper in reams. Atoms are far too many to count one by one.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counting unit do chemists use?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 g of carbon: exactly one mole of atoms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Nₐ = 6.022 × 10²³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mole = as many particles as atoms in 12 g of C-12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number is Avogadro's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can be atoms, molecules or ions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bag holds one mole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Molar mass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M in g/mol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Mass of one mole of a substance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number as molecular mass in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Water: 18 u → 18 g/mol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Glucose: 180 u → 180 g/mol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the-mole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180 g of glucose: still just one mole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formulae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 = m ÷ M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Mass to moles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the mass in grams by the molar mass.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N = n × Nₐ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Moles to particles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moles by Avogadro's number.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× atoms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Particles to atoms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by the number of atoms in each molecule.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moles, different masses</a:t>
            </a:r>
            <a:endParaRPr lang="en-US" sz="3000" dirty="0"/>
          </a:p>
        </p:txBody>
      </p:sp>
      <p:sp>
        <p:nvSpPr>
          <p:cNvPr id="4" name="Carbon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arbon image" descr="/tmp/claude-0/-home-claude/7116491e-74ad-5a48-9637-67025fdd7b6d/scratchpad/deck/the-mole/carbon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Carbon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g = 1 mol of carbon atoms.</a:t>
            </a:r>
            <a:endParaRPr lang="en-US" sz="1400" dirty="0"/>
          </a:p>
        </p:txBody>
      </p:sp>
      <p:sp>
        <p:nvSpPr>
          <p:cNvPr id="7" name="Glucos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Glucose image" descr="/tmp/claude-0/-home-claude/7116491e-74ad-5a48-9637-67025fdd7b6d/scratchpad/deck/the-mole/gluc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Glucos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180 g = 1 mol of glucose molecules.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water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moles and molecules are in 36 g of water?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36 ÷ 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mol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2 × 6.022 × 10²³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1.204 × 10²⁴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the-mole/water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36 g of water: two bags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Atoms in CO₂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molecules and atoms are in 4.4 g of CO₂?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4.4 ÷ 44 = 0.1 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Molecules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6.022 × 10²²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Atoms = 3 × that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1.807 × 10²³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Particles to mass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mass of 3.011 × 10²³ sodium atoms (Na = 23).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3.011 ÷ 6.022 = 0.5 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0.5 × 23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11.5 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moles of iron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the-mole/i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168 g of iron (Fe = 56)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 = 168 ÷ 56: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 mol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iron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1.81 × 10²⁴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iron atoms</a:t>
            </a:r>
            <a:endParaRPr lang="en-US" sz="20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3 × 6.022 × 10²³ = 1.807 × 10²⁴ atoms.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Multiplying by M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Moles = mass ÷ molar mass.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Molecules as atoms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by atoms per molecule.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 vs g/mol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number: 18 u, 18 g/mol.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Losing 10²³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Nₐ = 6.022 × 10²³ in full.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moles are in 88 g of CO₂?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particles are in one mole of any substance?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mass of 0.5 mol of water?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has more atoms: 1 mol of water or 1 mol of carbon?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particles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Mole lesson on the Visual Physics website. Weigh out different substances and count the moles.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Valency and chemical formulae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he-mole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Mole</dc:title>
  <dc:subject>Std 9 Science, Chapter 4 Measurement of Matter</dc:subject>
  <dc:creator>Visual Physics</dc:creator>
  <cp:lastModifiedBy>Visual Physics</cp:lastModifiedBy>
  <cp:revision>1</cp:revision>
  <dcterms:created xsi:type="dcterms:W3CDTF">2026-10-06T02:16:53Z</dcterms:created>
  <dcterms:modified xsi:type="dcterms:W3CDTF">2026-10-06T02:16:53Z</dcterms:modified>
</cp:coreProperties>
</file>