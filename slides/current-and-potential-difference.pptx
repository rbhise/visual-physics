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022e017-017d-8824-6a62-cd6e8850d3d8}">
          <p14:sldIdLst>
            <p14:sldId id="256"/>
            <p14:sldId id="257"/>
          </p14:sldIdLst>
        </p14:section>
        <p14:section name="Key ideas" id="{f48d0ebb-65a3-ded0-31df-0b829ed1420c}">
          <p14:sldIdLst>
            <p14:sldId id="258"/>
            <p14:sldId id="259"/>
            <p14:sldId id="260"/>
            <p14:sldId id="261"/>
            <p14:sldId id="262"/>
          </p14:sldIdLst>
        </p14:section>
        <p14:section name="Practice" id="{bf40c676-8d54-9ad7-2005-ecb41f6759bf}">
          <p14:sldIdLst>
            <p14:sldId id="263"/>
            <p14:sldId id="264"/>
            <p14:sldId id="265"/>
            <p14:sldId id="266"/>
          </p14:sldIdLst>
        </p14:section>
        <p14:section name="Wrap-up" id="{32be0c3d-d3ca-2f7d-e90e-28185e959158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define potential difference (V = W/Q) and current (I = Q/t), use volts, amperes and coulombs, and tell electron flow from conventional current.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wire is already full of free electrons; the cell pushes them all at once, like water in a full pipe.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 electrons are the outermost electrons of metal atoms, only weakly held.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mirrors the textbook activity with two bottles joined by a tube.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 it with a voltmeter joined in parallel.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current needs both a potential difference and a complete circuit.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Circuit diagrams and rules always use conventional current.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convert minutes to seconds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Huge numbers of electrons move, each carrying a tiny charge.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Meter connection errors are common in practical exams.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0.5 A. 2) 1 V = 1 J/C. 3) From + to −. 4) In parallel, across the bulb.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read the voltage printed on five batteries or chargers at home.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Current and Potential Difference · Std 9 Ch.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3 CURRENT ELECTRICITY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Current and Potential Difference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1 · Visual Physics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617863"/>
          </a:xfrm>
          <a:prstGeom prst="roundRect">
            <a:avLst>
              <a:gd name="adj" fmla="val 279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current-and-potential-difference/circuit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5447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makes a bulb light?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Flick a switch and the bulb lights at once, yet electrons only drift slowly through the wire.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pushes them, and how do we measure their flow?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741996"/>
          </a:xfrm>
          <a:prstGeom prst="roundRect">
            <a:avLst>
              <a:gd name="adj" fmla="val 2668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current-and-potential-difference/circuit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668844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9672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Teal dots: electrons. Coral arrows: conventional current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Electric charge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e = 1.6 × 10⁻¹⁹ C</a:t>
            </a:r>
            <a:endParaRPr lang="en-US" sz="22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Electrons carry negative charge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Unit of charge: coulomb (C)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 C = charge of about 6.25 × 10¹⁸ electrons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Metals have free electrons that can move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679929"/>
          </a:xfrm>
          <a:prstGeom prst="roundRect">
            <a:avLst>
              <a:gd name="adj" fmla="val 273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current-and-potential-difference/circuit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606777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859505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Free electrons drifting round the circuit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Potential difference: the water analogy</a:t>
            </a:r>
            <a:endParaRPr lang="en-US" sz="3000" dirty="0"/>
          </a:p>
        </p:txBody>
      </p:sp>
      <p:sp>
        <p:nvSpPr>
          <p:cNvPr id="4" name="Pump on image frame"/>
          <p:cNvSpPr/>
          <p:nvPr/>
        </p:nvSpPr>
        <p:spPr>
          <a:xfrm>
            <a:off x="420624" y="1060704"/>
            <a:ext cx="4096512" cy="2804062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Pump on image" descr="/tmp/claude-0/-home-claude/7116491e-74ad-5a48-9637-67025fdd7b6d/scratchpad/deck/current-and-potential-difference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730910"/>
          </a:xfrm>
          <a:prstGeom prst="rect">
            <a:avLst/>
          </a:prstGeom>
        </p:spPr>
      </p:pic>
      <p:sp>
        <p:nvSpPr>
          <p:cNvPr id="6" name="Pump on text"/>
          <p:cNvSpPr txBox="1"/>
          <p:nvPr/>
        </p:nvSpPr>
        <p:spPr>
          <a:xfrm>
            <a:off x="457200" y="396535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level difference keeps water flowing, like a cell keeps current flowing.</a:t>
            </a:r>
            <a:endParaRPr lang="en-US" sz="1400" dirty="0"/>
          </a:p>
        </p:txBody>
      </p:sp>
      <p:sp>
        <p:nvSpPr>
          <p:cNvPr id="7" name="Pump off image frame"/>
          <p:cNvSpPr/>
          <p:nvPr/>
        </p:nvSpPr>
        <p:spPr>
          <a:xfrm>
            <a:off x="4626864" y="1060704"/>
            <a:ext cx="4096512" cy="2804062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Pump off image" descr="/tmp/claude-0/-home-claude/7116491e-74ad-5a48-9637-67025fdd7b6d/scratchpad/deck/current-and-potential-difference/waterO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730910"/>
          </a:xfrm>
          <a:prstGeom prst="rect">
            <a:avLst/>
          </a:prstGeom>
        </p:spPr>
      </p:pic>
      <p:sp>
        <p:nvSpPr>
          <p:cNvPr id="9" name="Pump off text"/>
          <p:cNvSpPr txBox="1"/>
          <p:nvPr/>
        </p:nvSpPr>
        <p:spPr>
          <a:xfrm>
            <a:off x="4663440" y="396535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Equal levels: no flow. No potential difference: no current.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Potential difference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484632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V = W ÷ Q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66344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Work done to carry unit positive charge between two points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Unit: volt (V) = 1 J/C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 mV = 10⁻³ V, 1 kV = 10³ V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cell keeps a potential difference between its terminals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20624" y="1106424"/>
            <a:ext cx="3913632" cy="2679929"/>
          </a:xfrm>
          <a:prstGeom prst="roundRect">
            <a:avLst>
              <a:gd name="adj" fmla="val 273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current-and-potential-difference/circuit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606777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57200" y="3859505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Four cells: 6 V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Electric current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I = Q ÷ t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Charge passing per unit time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Unit: ampere (A) = 1 C/s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 mA = 10⁻³ A, 1 µA = 10⁻⁶ 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Measured with an ammeter joined in series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679929"/>
          </a:xfrm>
          <a:prstGeom prst="roundRect">
            <a:avLst>
              <a:gd name="adj" fmla="val 273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current-and-potential-difference/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606777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859505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Switch open: no complete path, no current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Which way does current flow?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Big 1"/>
          <p:cNvSpPr txBox="1"/>
          <p:nvPr/>
        </p:nvSpPr>
        <p:spPr>
          <a:xfrm>
            <a:off x="731520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− → +</a:t>
            </a:r>
            <a:endParaRPr lang="en-US" sz="3000" dirty="0"/>
          </a:p>
        </p:txBody>
      </p:sp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Electrons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Drift from the negative terminal, round the circuit, to the positive terminal.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ig 2"/>
          <p:cNvSpPr txBox="1"/>
          <p:nvPr/>
        </p:nvSpPr>
        <p:spPr>
          <a:xfrm>
            <a:off x="3544824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+ → −</a:t>
            </a:r>
            <a:endParaRPr lang="en-US" sz="3000" dirty="0"/>
          </a:p>
        </p:txBody>
      </p:sp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Conventional current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Taken from positive to negative, opposite to the electrons.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3" name="Big 3"/>
          <p:cNvSpPr txBox="1"/>
          <p:nvPr/>
        </p:nvSpPr>
        <p:spPr>
          <a:xfrm>
            <a:off x="6358128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Why?</a:t>
            </a:r>
            <a:endParaRPr lang="en-US" sz="3000" dirty="0"/>
          </a:p>
        </p:txBody>
      </p:sp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History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convention was fixed before electrons were discovered.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Charge from current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0.3 A flows through a torch bulb for 10 minutes. Find the charge.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 = 600 s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Q = 0.3 × 600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180 C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Potential difference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12 J of work moves 4 C between two points. Find the potential difference.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 = 12 ÷ 4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3 V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counting electrons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How many electrons make up 1 C? How many pass each second when the current is 2 A?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÷ (1.6 × 10⁻¹⁹)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6.25 × 10¹⁸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 × 6.25 × 10¹⁸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1.25 × 10¹⁹ per second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679929"/>
          </a:xfrm>
          <a:prstGeom prst="roundRect">
            <a:avLst>
              <a:gd name="adj" fmla="val 273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current-and-potential-difference/circuit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606777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859505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 A: 6.25 × 10¹⁸ electrons pass every second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Minutes in I = Q/t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seconds.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Current vs potential difference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Volts push; amperes flow.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Electrons go + to −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Electrons go − to +.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Ammeter across a bulb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Ammeter in series, voltmeter in parallel.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60 C passes through a wire in 2 minutes. Find the current.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Write 1 volt in terms of joules and coulombs.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way does conventional current flow outside a cell?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is a voltmeter connected to measure the potential difference across a bulb?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Count the charge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Current and Potential Difference lesson on the Visual Physics website. Add cells, open the switch, and try the water analogy.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Resistance and Ohm's law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617863"/>
          </a:xfrm>
          <a:prstGeom prst="roundRect">
            <a:avLst>
              <a:gd name="adj" fmla="val 279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current-and-potential-difference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5447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Physics">
  <a:themeElements>
    <a:clrScheme name="Visual Physic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Physic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Current and Potential Difference</dc:title>
  <dc:subject>Std 9 Science, Chapter 3 Current Electricity</dc:subject>
  <dc:creator>Visual Physics</dc:creator>
  <cp:lastModifiedBy>Visual Physics</cp:lastModifiedBy>
  <cp:revision>1</cp:revision>
  <dcterms:created xsi:type="dcterms:W3CDTF">2026-10-06T01:56:05Z</dcterms:created>
  <dcterms:modified xsi:type="dcterms:W3CDTF">2026-10-06T01:56:05Z</dcterms:modified>
</cp:coreProperties>
</file>