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b59d8eb-4867-0ccb-93ac-24e6b6fbc9fa}">
          <p14:sldIdLst>
            <p14:sldId id="256"/>
            <p14:sldId id="257"/>
          </p14:sldIdLst>
        </p14:section>
        <p14:section name="Key ideas" id="{133108c9-2013-be55-c1a1-340bb561c07d}">
          <p14:sldIdLst>
            <p14:sldId id="258"/>
            <p14:sldId id="259"/>
            <p14:sldId id="260"/>
            <p14:sldId id="261"/>
          </p14:sldIdLst>
        </p14:section>
        <p14:section name="Practice" id="{6d72e4e5-fc49-2ef3-3a26-bfdf266a26d8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cb8e35d0-6709-ef2b-2128-31ae0058ec4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and prove the theorem on equal ratios, use the k method to prove identities, and find a mean proportional.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guess 2 : 3 straight away. The theorem says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1/2 + 1/3, which is not 2/5.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simulation only uses positive l, m, n; the textbook allows any numbers with a non-zero denominator.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Proof: (la + mc + ne)/(lb + md + nf) = k(lb + md + nf)/(lb + md + nf) =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k: b = ck and a = ck².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second: 8/12 = 12/18 = 2/3.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sides reduce to the same expression in k: the identity is 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mean proportional is a whole number only when ac is a perfect square.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why the theorem does not contradict the first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2/5. 2) 3. 3) 8. 4)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textbook practice set on the theorem on equal ratios and continued proportion.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Theorem on Equal Ratios and the k Method · Std 9 Maths I Ch.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4 RATIO AND PROPORTION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Theorem on Equal Ratios and the k Method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06224"/>
          </a:xfrm>
          <a:prstGeom prst="roundRect">
            <a:avLst>
              <a:gd name="adj" fmla="val 30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k-method/s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3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Pour the bags together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Three bags of nuts each have almonds : cashews = 2 : 3. Tip them into one bowl.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is the ratio in the bowl?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0032"/>
          </a:xfrm>
          <a:prstGeom prst="roundRect">
            <a:avLst>
              <a:gd name="adj" fmla="val 29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k-method/s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4688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453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6/9 = 4/6 = 10/15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Theorem on equal ratios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a/b = c/d = e/f = (a + c + e)/(b + d + f)</a:t>
            </a:r>
            <a:endParaRPr lang="en-US" sz="16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the numerators, add the denominators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new ratio equals each ratio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Works only when the ratios are equal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k-method/s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89976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(6 + 4 + 10)/(9 + 6 + 15) = 20/30 = 2/3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With l, m and 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(la + mc + ne)/(lb + md + nf)</a:t>
            </a:r>
            <a:endParaRPr lang="en-US" sz="18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Take l, m, n copies of each ratio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combined ratio is still equal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lb + md + nf must not be 0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k-method/l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89976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(2×4 + 6 + 3×10)/(2×6 + 9 + 3×15) = 44/66 = 2/3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k method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= k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Name it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Let a/b = c/d = e/f = k.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a = bk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Rewrite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= bk, c = dk, e = fk.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k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Simplify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piece of the top is k times the bottom.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Continued proportion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a/b = b/c  ⇒  b² = ac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 is the mean proportional of a and 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 = √(ac)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4, 6, 9: 6² = 36 = 4 × 9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k-method/c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89976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Rectangle 4 × 9 and square 6 × 6: equal areas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Theorem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a/2 = b/3 = c/4. Find (a + b + c)/b.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2k, b = 3k, c = 4k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9k ÷ 3k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Mean proportional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mean proportional of 8 and 18.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b² = 8 × 18 = 144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prove it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If a/b = c/d, show (a² + c²)/(b² + d²) = ac/bd.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= bk, c = dk</a:t>
            </a:r>
            <a:pPr indent="0" marL="0">
              <a:spcAft>
                <a:spcPts val="800"/>
              </a:spcAft>
              <a:buNone/>
            </a:pP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Left: k²(b² + d²)/(b² + d²) =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k²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Right: bk·dk/bd =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k²</a:t>
            </a:r>
            <a:endParaRPr lang="en-US" sz="14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k-method/l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89976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piece is k times its partner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Whole or not?</a:t>
            </a:r>
            <a:endParaRPr lang="en-US" sz="3000" dirty="0"/>
          </a:p>
        </p:txBody>
      </p:sp>
      <p:sp>
        <p:nvSpPr>
          <p:cNvPr id="4" name="8 and 18 image frame"/>
          <p:cNvSpPr/>
          <p:nvPr/>
        </p:nvSpPr>
        <p:spPr>
          <a:xfrm>
            <a:off x="42062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8 and 18 image" descr="/tmp/claude-0/-home-claude/7116491e-74ad-5a48-9637-67025fdd7b6d/scratchpad/deck/k-method/con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3785"/>
          </a:xfrm>
          <a:prstGeom prst="rect">
            <a:avLst/>
          </a:prstGeom>
        </p:spPr>
      </p:pic>
      <p:sp>
        <p:nvSpPr>
          <p:cNvPr id="6" name="8 and 18 text"/>
          <p:cNvSpPr txBox="1"/>
          <p:nvPr/>
        </p:nvSpPr>
        <p:spPr>
          <a:xfrm>
            <a:off x="45720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 = √144 = 12: 8, 12, 18.</a:t>
            </a:r>
            <a:endParaRPr lang="en-US" sz="1400" dirty="0"/>
          </a:p>
        </p:txBody>
      </p:sp>
      <p:sp>
        <p:nvSpPr>
          <p:cNvPr id="7" name="3 and 5 image frame"/>
          <p:cNvSpPr/>
          <p:nvPr/>
        </p:nvSpPr>
        <p:spPr>
          <a:xfrm>
            <a:off x="462686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3 and 5 image" descr="/tmp/claude-0/-home-claude/7116491e-74ad-5a48-9637-67025fdd7b6d/scratchpad/deck/k-method/i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3785"/>
          </a:xfrm>
          <a:prstGeom prst="rect">
            <a:avLst/>
          </a:prstGeom>
        </p:spPr>
      </p:pic>
      <p:sp>
        <p:nvSpPr>
          <p:cNvPr id="9" name="3 and 5 text"/>
          <p:cNvSpPr txBox="1"/>
          <p:nvPr/>
        </p:nvSpPr>
        <p:spPr>
          <a:xfrm>
            <a:off x="466344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 = √15 ≈ 3.87.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Adding any fractions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1/2 + 1/3 is not 2/5.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Writing a = k/b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a/b = k, a = bk.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Zero denominator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lb + md + nf ≠ 0.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Averaging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 proportional of 4 and 9 is 6, not 6.5.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a/b = c/d = 2/5. Find (a + c)/(b + d).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a/2 = b/3 = c/4. Find (a + b + c)/b.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mean proportional of 4 and 16.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3, x, 12 are in continued proportion. Find x (x &gt; 0).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Combine the ratios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k method lesson on the Visual Science &amp; Maths website. Press “Combine” and change l, m and n.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Linear Equations in Two Variables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06224"/>
          </a:xfrm>
          <a:prstGeom prst="roundRect">
            <a:avLst>
              <a:gd name="adj" fmla="val 30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k-method/l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3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Theorem on Equal Ratios and the k Method</dc:title>
  <dc:subject>Std 9 Mathematics Part I, Chapter 4 Ratio and Proportion</dc:subject>
  <dc:creator>Visual Science &amp; Maths</dc:creator>
  <cp:lastModifiedBy>Visual Science &amp; Maths</cp:lastModifiedBy>
  <cp:revision>1</cp:revision>
  <dcterms:created xsi:type="dcterms:W3CDTF">2026-10-08T09:26:01Z</dcterms:created>
  <dcterms:modified xsi:type="dcterms:W3CDTF">2026-10-08T09:26:01Z</dcterms:modified>
</cp:coreProperties>
</file>