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0d6e2c5-c334-1536-e591-275f798a18f6}">
          <p14:sldIdLst>
            <p14:sldId id="256"/>
            <p14:sldId id="257"/>
          </p14:sldIdLst>
        </p14:section>
        <p14:section name="Key ideas" id="{e7f9b52c-e23a-9ea7-bebe-2c8377167efc}">
          <p14:sldIdLst>
            <p14:sldId id="258"/>
            <p14:sldId id="259"/>
            <p14:sldId id="260"/>
            <p14:sldId id="261"/>
          </p14:sldIdLst>
        </p14:section>
        <p14:section name="Practice" id="{cc075149-cc77-d481-c406-6fe20548c8b5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e403ad4a-b804-ec97-08c7-8ea6bff15ef0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write a linear equation in general form, test whether a pair is a solution, and see that the solutions form a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class call out pairs; record them on the board for later plotting.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Moving every term to one side is the only skill needed here; watch the signs.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solution is an ordered pair: x first, then 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the equations are called linear. The graph is from the NCERT book; it helps students see the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2x + 3y = 12 the line crosses at (6, 0) and (0,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substitute into the left side and compare with the right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Choosing y first avoids fractions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check both points in the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find their own example of each slip.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No, x is squared. 2) (4, 3). 3) Infinitely many. 4) (0,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find five solutions of 2x + y = 10 and plot them on graph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Linear Equations in Two Variables · Std 9 Maths I Ch.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 · CH. 5 LINEAR EQUATIONS IN TWO VARIABLES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Linear Equations in Two Variables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879893"/>
          </a:xfrm>
          <a:prstGeom prst="roundRect">
            <a:avLst>
              <a:gd name="adj" fmla="val 25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linear-equations/ma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067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Seven sweets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Rahul and Sneha share 7 sweets. Rahul could have 1 and Sneha 6, or 3 and 4, or 5 and 2.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many answers does x + y = 7 have?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3016807"/>
          </a:xfrm>
          <a:prstGeom prst="roundRect">
            <a:avLst>
              <a:gd name="adj" fmla="val 242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linear-equations/s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94365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24210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(2, 5) is one of them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General form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ax + by + c = 0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Two variables, each to the power 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and b are not both zero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3x − 4y = −12 becomes 3x − 4y + 12 = 0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948350"/>
          </a:xfrm>
          <a:prstGeom prst="roundRect">
            <a:avLst>
              <a:gd name="adj" fmla="val 24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linear-equations/lin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87519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412792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x − 2y − 4 = 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Solution or not?</a:t>
            </a:r>
            <a:endParaRPr lang="en-US" sz="3000" dirty="0"/>
          </a:p>
        </p:txBody>
      </p:sp>
      <p:sp>
        <p:nvSpPr>
          <p:cNvPr id="4" name="(2, 5) in x + y = 7 image frame"/>
          <p:cNvSpPr/>
          <p:nvPr/>
        </p:nvSpPr>
        <p:spPr>
          <a:xfrm>
            <a:off x="539151" y="1060704"/>
            <a:ext cx="3859457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(2, 5) in x + y = 7 image" descr="/tmp/claude-0/-home-claude/7116491e-74ad-5a48-9637-67025fdd7b6d/scratchpad/deck/linear-equations/s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727" y="1097280"/>
            <a:ext cx="3786305" cy="2834640"/>
          </a:xfrm>
          <a:prstGeom prst="rect">
            <a:avLst/>
          </a:prstGeom>
        </p:spPr>
      </p:pic>
      <p:sp>
        <p:nvSpPr>
          <p:cNvPr id="6" name="(2, 5) in x + y = 7 text"/>
          <p:cNvSpPr txBox="1"/>
          <p:nvPr/>
        </p:nvSpPr>
        <p:spPr>
          <a:xfrm>
            <a:off x="45720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+ 5 = 7: a solution.</a:t>
            </a:r>
            <a:endParaRPr lang="en-US" sz="1400" dirty="0"/>
          </a:p>
        </p:txBody>
      </p:sp>
      <p:sp>
        <p:nvSpPr>
          <p:cNvPr id="7" name="(1, 4) in 2x + 3y = 12 image frame"/>
          <p:cNvSpPr/>
          <p:nvPr/>
        </p:nvSpPr>
        <p:spPr>
          <a:xfrm>
            <a:off x="4745391" y="1060704"/>
            <a:ext cx="3859457" cy="2907792"/>
          </a:xfrm>
          <a:prstGeom prst="roundRect">
            <a:avLst>
              <a:gd name="adj" fmla="val 251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(1, 4) in 2x + 3y = 12 image" descr="/tmp/claude-0/-home-claude/7116491e-74ad-5a48-9637-67025fdd7b6d/scratchpad/deck/linear-equations/nots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967" y="1097280"/>
            <a:ext cx="3786305" cy="2834640"/>
          </a:xfrm>
          <a:prstGeom prst="rect">
            <a:avLst/>
          </a:prstGeom>
        </p:spPr>
      </p:pic>
      <p:sp>
        <p:nvSpPr>
          <p:cNvPr id="9" name="(1, 4) in 2x + 3y = 12 text"/>
          <p:cNvSpPr txBox="1"/>
          <p:nvPr/>
        </p:nvSpPr>
        <p:spPr>
          <a:xfrm>
            <a:off x="4663440" y="4069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+ 12 = 14 ≠ 12: not a solution.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solutions form a line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Choose any x, work out 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 there are infinitely many solutions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Plotted, they all lie on one straight 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point on the line is a solution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948350"/>
          </a:xfrm>
          <a:prstGeom prst="roundRect">
            <a:avLst>
              <a:gd name="adj" fmla="val 24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linear-equations/ma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87519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412792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Marked solutions of x + y = 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Reading the line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y = 0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x-axis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Put y = 0 to find where the line crosses the x-axis.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x = 0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y-axis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Put x = 0 to find where it crosses the y-axis.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∞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Solutions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equation, infinitely many pairs (x, y).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General form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Write 2x = 5y − 3 in the form ax + by + c = 0.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2x − 5y + 3 = 0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= 2, b = −5,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c = 3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Testing pairs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Are (3, 2) and (1, 4) solutions of 2x + 3y = 12?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(3, 2): 6 + 6 = 12 →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yes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(1, 4): 2 + 12 = 14 →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no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finding solutions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three solutions of x − 2y = 4.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 = 4 + 2y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y = 0, 1, 2 gives x = 4, 6, 8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Solutions: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(4, 0), (6, 1), (8, 2)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948350"/>
          </a:xfrm>
          <a:prstGeom prst="roundRect">
            <a:avLst>
              <a:gd name="adj" fmla="val 248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linear-equations/lin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87519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12792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x − 2y = 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the line meets the axes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3085264"/>
          </a:xfrm>
          <a:prstGeom prst="roundRect">
            <a:avLst>
              <a:gd name="adj" fmla="val 237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linear-equations/lin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301211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4264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x − 2y = 4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Put each variable equal to 0 in turn: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(4, 0)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the x-axis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(0, −2)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the y-axis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Two points are enough to draw the whole line.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Pair the wrong way round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(x, y): x always comes first.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“Only one answer”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equation has infinitely many solutions.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Testing one side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the left side with the right side.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Sign slips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2x = 5y − 3 → 2x − 5y + 3 = 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 x² + y = 4 a linear equation in two variables?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pair is a solution of x + 2y = 10: (2, 3) or (4, 3)?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How many solutions does 3x + y = 9 have?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Where does x + y = 7 cross the y-axis?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Hunt for solutions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Linear Equations lesson on the Visual Science &amp; Maths website. Drag the point and mark every solution you find.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Solving simultaneous equations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879893"/>
          </a:xfrm>
          <a:prstGeom prst="roundRect">
            <a:avLst>
              <a:gd name="adj" fmla="val 254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linear-equations/mar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067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Equations in Two Variables</dc:title>
  <dc:subject>Std 9 Mathematics Part I, Chapter 5 Linear Equations in Two Variables</dc:subject>
  <dc:creator>Visual Science &amp; Maths</dc:creator>
  <cp:lastModifiedBy>Visual Science &amp; Maths</cp:lastModifiedBy>
  <cp:revision>1</cp:revision>
  <dcterms:created xsi:type="dcterms:W3CDTF">2026-10-08T00:44:46Z</dcterms:created>
  <dcterms:modified xsi:type="dcterms:W3CDTF">2026-10-08T00:44:46Z</dcterms:modified>
</cp:coreProperties>
</file>