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c857de7-d610-5735-88a1-f1f9989dff9e}">
          <p14:sldIdLst>
            <p14:sldId id="256"/>
            <p14:sldId id="257"/>
          </p14:sldIdLst>
        </p14:section>
        <p14:section name="Key ideas" id="{a113c963-2478-101d-1a47-b0a638524fcb}">
          <p14:sldIdLst>
            <p14:sldId id="258"/>
            <p14:sldId id="259"/>
            <p14:sldId id="260"/>
            <p14:sldId id="261"/>
          </p14:sldIdLst>
        </p14:section>
        <p14:section name="Practice" id="{a769da8a-e094-8c8e-7cb4-65d27e39543a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ffbc5052-e263-1188-6bd7-e0dc4787eaa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know the definitions of rectangle, rhombus, square, trapezium and isosceles trapezium, and the properties of their diagonals.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Door: rectangle. Tile on its corner: square (or rhombus). Bucket: isosceles trapezium.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Rectangle, rhombus and square are all parallelograms; a trapezium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square has every property, because it is both a rectangle and a rhombus.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diagonals versus perpendicular diagonals: the key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interior angles on the same side of a transversal between parallel lines are supplementary (Chapter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examples use Pythagoras inside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65 + 65 + 115 + 115 = 360.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 = √(16 + 1) = √17 ≈ 4.12 cm. Diagonals are both √34 ≈ 5.83 cm and perpendicular.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“Kite” button in the simulation for the last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13 cm (√(25 + 144)). 2) True. 3) 45°. 4) 9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draw a family tree of quadrilaterals, from quadrilateral down to square.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Rectangle, Rhombus, Square and Trapezium · Std 9 Maths II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5 QUADRILATERALS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Rectangle, Rhombus, Square and Trapezium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pecial-quadrilaterals/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Shapes around us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door, a floor tile turned on its corner, a bucket seen from the side.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special quadrilateral is each one?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pecial-quadrilaterals/iso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bucket from the side: an isosceles trapezium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Definitions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Shape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Definition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Rectangle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 angles are right angles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Rhombus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 sides are congruent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Square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 sides and all angles congruent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Trapezium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Only one pair of opposite sides parallel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Isosceles trapezium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Non-parallel sides congruent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diagonals tell them apart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The diagonals…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Rectangle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Rhombus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Square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bisect each other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are congruent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are perpendicular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bisect the opposite angles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Rectangle and rhombus</a:t>
            </a:r>
            <a:endParaRPr lang="en-US" sz="3000" dirty="0"/>
          </a:p>
        </p:txBody>
      </p:sp>
      <p:sp>
        <p:nvSpPr>
          <p:cNvPr id="4" name="Rectangle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Rectangle image" descr="/tmp/claude-0/-home-claude/7116491e-74ad-5a48-9637-67025fdd7b6d/scratchpad/deck/special-quadrilaterals/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Rectangle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Rectangle 8 × 6: AC = BD = 10 cm.</a:t>
            </a:r>
            <a:endParaRPr lang="en-US" sz="1400" dirty="0"/>
          </a:p>
        </p:txBody>
      </p:sp>
      <p:sp>
        <p:nvSpPr>
          <p:cNvPr id="7" name="Rhombus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Rhombus image" descr="/tmp/claude-0/-home-claude/7116491e-74ad-5a48-9637-67025fdd7b6d/scratchpad/deck/special-quadrilaterals/rhomb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Rhombus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Rhombus: sides 5 cm, diagonals meet at 90°.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Trapeziums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 ∥ DC, so ∠A + ∠D = 180° and ∠B + ∠C = 180°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Isosceles trapezium: AD = BC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Its base angles are congruent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Its diagonals are congruent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pecial-quadrilaterals/iso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∠A = ∠B ≈ 59°, ∠C = ∠D ≈ 121°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Rectangle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AB = 8 cm, BC = 6 cm. Find AC, BD and AO.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AC = √(64 + 36) = 10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BD = AC; AO = ½ AC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AC = BD = 10 cm, AO = 5 cm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Rhombus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Diagonals 8 cm and 6 cm. Find the side and perimeter.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Halves 4 and 3 meet at 90°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Side = √(16 + 9) = 5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side 5 cm, perimeter 20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isosceles trapezium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PQ ∥ SR and PS = QR. If ∠P = 65°, find the other angles.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∠Q = ∠P = 65° (base angles)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∠S = 180° − 65° = 115°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∠Q = 65°, ∠R = ∠S = 115°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pecial-quadrilaterals/iso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Base angles are congruent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tilted square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pecial-quadrilaterals/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A(3, 1), B(7, 2), C(6, 6), D(2, 5)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side goes 4 one way and 1 the other: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4.12 cm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side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90°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angle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 square need not sit flat on the grid.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Rhombus diagonals equal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No: they are perpendicular. Equal diagonals mean rectangle.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square is not a rectangle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is, and it is a rhombus too.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trapeziums: equal base angles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an isosceles trapezium.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Perpendicular diagonals = rhombus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kite has them too; they must also bisect each other.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diagonals of a rhombus are 10 cm and 24 cm. Find its side.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True or false: every square is a rhombus.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square ABCD, find ∠ABD.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rectangle PQRS, PR = 18 cm and the diagonals meet at O. Find QO.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Make every shape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Rectangle, Rhombus, Square and Trapezium lesson on the Visual Science &amp; Maths website. Drag a corner and watch the name change.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The midpoint theorem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pecial-quadrilaterals/rhom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Rectangle, Rhombus, Square and Trapezium</dc:title>
  <dc:subject>Std 9 Mathematics Part II, Chapter 5 Quadrilaterals</dc:subject>
  <dc:creator>Visual Science &amp; Maths</dc:creator>
  <cp:lastModifiedBy>Visual Science &amp; Maths</cp:lastModifiedBy>
  <cp:revision>1</cp:revision>
  <dcterms:created xsi:type="dcterms:W3CDTF">2026-10-10T01:09:04Z</dcterms:created>
  <dcterms:modified xsi:type="dcterms:W3CDTF">2026-10-10T01:09:04Z</dcterms:modified>
</cp:coreProperties>
</file>