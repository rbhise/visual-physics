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bbfd77b-37c1-dfba-fd4b-632775086208}">
          <p14:sldIdLst>
            <p14:sldId id="256"/>
            <p14:sldId id="257"/>
          </p14:sldIdLst>
        </p14:section>
        <p14:section name="Key ideas" id="{f2019e0b-fd75-3bec-1f41-c532cfda78d4}">
          <p14:sldIdLst>
            <p14:sldId id="258"/>
            <p14:sldId id="259"/>
            <p14:sldId id="260"/>
            <p14:sldId id="261"/>
          </p14:sldIdLst>
        </p14:section>
        <p14:section name="Practice" id="{0d49534a-6a24-4571-b564-8581b56685b9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c3b12707-a9e8-c78c-8f62-4d830f303784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name the opposite and adjacent sides of an acute angle, find sin, cos and tan, and use sin²θ + cos²θ =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Yes: in a right triangle the angle fixes the ratios of the sides. That is trigonometry.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say which angle you are looking from before naming sides.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 θ is one number, a ratio belonging to θ, not sin × 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Grow the triangle in the simulation: every side changes, the ratios do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come straight from naming the sides for each acute 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∠N in △LMN: opposite LM = 8, adjacent MN = 6. Any k works for the 8/17 triangle.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calculator needed: complementary angles swap sin and 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hypotenuse 1 the opposite side is sin θ and the adjacent side is cos θ, so this is just Pythagoras.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a triangle and ask students to name the sides for each acute angle in 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QR. 2) 4/5. 3) It stays the same. 4) cos 70°.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textbook practice set 8.1, checked with the simulation.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Trigonometric Ratios · Std 9 Maths II Ch. 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II · CH. 8 TRIGONOMETRY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Trigonometric Ratios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1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trigonometric-ratios/s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tree you cannot climb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You stand 20 m from a tree and look up at its top. You can measure the angle, but not the height.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Can the angle tell you the height?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525317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trigonometric-ratios/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45216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750613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Same angle, any size: same shape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Naming the sides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∠B = 90°: AC, opposite the right angle, is the hypotenuse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For ∠A: BC is the opposite side, AB the adjacent side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For ∠C the two swap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hypotenuse never changes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trigonometric-ratios/at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Seen from C: AB is opposite, BC adjacent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Sine, cosine, tangent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sin θ = opposite ÷ hypotenuse</a:t>
            </a:r>
            <a:endParaRPr lang="en-US" sz="18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cos θ = adjacent ÷ hypotenuse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tan θ = opposite ÷ adjacent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Sides 3, 4, 5: sin A = 3/5, cos A = 4/5, tan A = 3/4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trigonometric-ratios/s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395138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BC = 3, AB = 4, AC = 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Only the angle matters</a:t>
            </a:r>
            <a:endParaRPr lang="en-US" sz="3000" dirty="0"/>
          </a:p>
        </p:txBody>
      </p:sp>
      <p:sp>
        <p:nvSpPr>
          <p:cNvPr id="4" name="Hypotenuse 4 image frame"/>
          <p:cNvSpPr/>
          <p:nvPr/>
        </p:nvSpPr>
        <p:spPr>
          <a:xfrm>
            <a:off x="42062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Hypotenuse 4 image" descr="/tmp/claude-0/-home-claude/7116491e-74ad-5a48-9637-67025fdd7b6d/scratchpad/deck/trigonometric-ratios/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09192"/>
          </a:xfrm>
          <a:prstGeom prst="rect">
            <a:avLst/>
          </a:prstGeom>
        </p:spPr>
      </p:pic>
      <p:sp>
        <p:nvSpPr>
          <p:cNvPr id="6" name="Hypotenuse 4 text"/>
          <p:cNvSpPr txBox="1"/>
          <p:nvPr/>
        </p:nvSpPr>
        <p:spPr>
          <a:xfrm>
            <a:off x="45720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∠A = 30°, hypotenuse 4: sin 30° = 2 ÷ 4 = 0.5</a:t>
            </a:r>
            <a:endParaRPr lang="en-US" sz="1400" dirty="0"/>
          </a:p>
        </p:txBody>
      </p:sp>
      <p:sp>
        <p:nvSpPr>
          <p:cNvPr id="7" name="Hypotenuse 10 image frame"/>
          <p:cNvSpPr/>
          <p:nvPr/>
        </p:nvSpPr>
        <p:spPr>
          <a:xfrm>
            <a:off x="462686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Hypotenuse 10 image" descr="/tmp/claude-0/-home-claude/7116491e-74ad-5a48-9637-67025fdd7b6d/scratchpad/deck/trigonometric-ratios/b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09192"/>
          </a:xfrm>
          <a:prstGeom prst="rect">
            <a:avLst/>
          </a:prstGeom>
        </p:spPr>
      </p:pic>
      <p:sp>
        <p:nvSpPr>
          <p:cNvPr id="9" name="Hypotenuse 10 text"/>
          <p:cNvSpPr txBox="1"/>
          <p:nvPr/>
        </p:nvSpPr>
        <p:spPr>
          <a:xfrm>
            <a:off x="466344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∠A = 30°, hypotenuse 10: sin 30° = 5 ÷ 10 = 0.5</a:t>
            </a:r>
            <a:endParaRPr lang="en-US" sz="1400" dirty="0"/>
          </a:p>
        </p:txBody>
      </p:sp>
      <p:sp>
        <p:nvSpPr>
          <p:cNvPr id="10" name="Takeaway"/>
          <p:cNvSpPr txBox="1"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Right triangles with the same acute angle are similar, so their ratios are equal.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Relations between the ratios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sin θ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= cos (90° − θ)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side opposite ∠A is adjacent to ∠C, and ∠A + ∠C = 90°.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3544824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cos θ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= sin (90° − θ)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 example cos 55° = sin 35°.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6358128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tan θ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= sin θ ÷ cos θ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Divide: the hypotenuse cancels, leaving opposite ÷ adjacent.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Ratios from the sides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△LMN: ∠M = 90°, LM = 8, MN = 6. Find sin N, cos N, tan N.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LN = √(64 + 36) = 10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sin N = 8/10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4/5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cos N = 6/10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3/5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tan N = 8/6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4/3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One ratio gives the rest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sin θ = 8/17. Find cos θ and tan θ.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Sides 8k and 17k; third = 15k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cos θ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15/17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tan θ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8/15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complementary angles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Given sin 35° ≈ 0.574, find cos 55°.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35° + 55° = 90°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cos 55° = sin (90° − 55°) = sin 35°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cos 55° ≈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0.574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trigonometric-ratios/unit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sin 35° = cos 55° ≈ 0.574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An important equation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trigonometric-ratios/un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509192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761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Hypotenuse 1, θ = 40°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Pythagoras ÷ hypotenuse²: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0.413 + 0.587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sin²40° + cos²40°</a:t>
            </a:r>
            <a:endParaRPr lang="en-US" sz="1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= 1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for every θ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sin²θ + cos²θ = 1, where sin²θ means (sin θ)².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Hypotenuse as adjacent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adjacent side is the other side touching the angle.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Fixed “opposite”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Opposite and adjacent swap for the other acute angle.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sin θ = sin × θ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sin θ is one number, a ratio.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sin²θ = sin (θ²)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sin²θ = (sin θ)².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△PQR, ∠Q = 90°. Which side is opposite ∠P?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If sin θ = 3/5, what is cos θ?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right triangle is doubled in size. What happens to sin θ?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sin 20° equals cos of which angle?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Grow the triangle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Trigonometric Ratios lesson on the Visual Science &amp; Maths website. Change the size and watch sin, cos and tan stay put.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Ratios of special angles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trigonometric-ratios/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Trigonometric Ratios</dc:title>
  <dc:subject>Std 9 Mathematics Part II, Chapter 8 Trigonometry</dc:subject>
  <dc:creator>Visual Science &amp; Maths</dc:creator>
  <cp:lastModifiedBy>Visual Science &amp; Maths</cp:lastModifiedBy>
  <cp:revision>1</cp:revision>
  <dcterms:created xsi:type="dcterms:W3CDTF">2026-10-10T01:09:52Z</dcterms:created>
  <dcterms:modified xsi:type="dcterms:W3CDTF">2026-10-10T01:09:52Z</dcterms:modified>
</cp:coreProperties>
</file>