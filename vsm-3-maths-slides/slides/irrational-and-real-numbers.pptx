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90ba9ac-cf25-d567-e90c-57c7524a48c3}">
          <p14:sldIdLst>
            <p14:sldId id="256"/>
            <p14:sldId id="257"/>
          </p14:sldIdLst>
        </p14:section>
        <p14:section name="Key ideas" id="{0229518e-f3da-4884-8b91-549cb51982c1}">
          <p14:sldIdLst>
            <p14:sldId id="258"/>
            <p14:sldId id="259"/>
            <p14:sldId id="260"/>
            <p14:sldId id="261"/>
          </p14:sldIdLst>
        </p14:section>
        <p14:section name="Practice" id="{a88e3aa5-9a0c-d98e-8f4d-538b73335ec6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c8ffe517-2eb5-9666-b538-91046e0999b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recognise irrational numbers, can show √2 and √5 on the number line, know the order properties, and can use absolute value as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yes, with a ruler and compass. Exactness comes from the construction, not the decimal.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22/7 is only an approximation of π. The indirect proof that √2 is irrational is on the lesson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draw √5 and √10 (legs 3 and 1) on graph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⊂ W ⊂ I ⊂ Q ⊂ 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Order view of the simulation: 2 &lt; 5 but −4 &gt; −10.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to draw the perpendicular with a set square.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terminating decimal is rational, so decimals are the easiest way to find rationals between two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|x − a| is the distance between x and a on the number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one returns in inequalities in later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√7. 2) 13. 3) −2a &gt; −2b. 4) 3 and 1, since 9 + 1 =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draw the spiral of square roots up to √10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Irrational and Real Numbers · Std 9 Maths I Ch.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2 REAL NUMBERS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Irrational and Real Numbers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642188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irrational-and-real-numbers/roo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690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length with no end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diagonal of a 1 by 1 square is √2 = 1.41421356… The digits never stop and never repeat.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Can we still mark it exactly on the number line?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767507"/>
          </a:xfrm>
          <a:prstGeom prst="roundRect">
            <a:avLst>
              <a:gd name="adj" fmla="val 264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irrational-and-real-numbers/roo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69435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99280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Swing the hypotenuse down with a compass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Irrational numbers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Decimal form is non-terminating and non-recurring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Cannot be written as p/q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√2, √3, √5, π are irrational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√n is irrational if n is not a perfect square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Rational + irrational is irrational: 5 + √3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704848"/>
          </a:xfrm>
          <a:prstGeom prst="roundRect">
            <a:avLst>
              <a:gd name="adj" fmla="val 270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irrational-and-real-numbers/spi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31696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8844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Spiral of square roots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√n on the number line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Find legs with a² + b² = 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√5: legs 2 and 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Hypotenuse OB = √n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Arc with centre O cuts the line at √n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√3: stand a side of 1 on √2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704848"/>
          </a:xfrm>
          <a:prstGeom prst="roundRect">
            <a:avLst>
              <a:gd name="adj" fmla="val 270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irrational-and-real-numbers/roo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631696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8844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2² + 1² = 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Real numbers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Rational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p/q: terminating or recurring decimals.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2841498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√2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Irrational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Non-terminating, non-recurring decimals.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4951476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R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Real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together: one point on the line for each.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ig 4"/>
          <p:cNvSpPr txBox="1"/>
          <p:nvPr/>
        </p:nvSpPr>
        <p:spPr>
          <a:xfrm>
            <a:off x="7061454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√−9</a:t>
            </a:r>
            <a:endParaRPr lang="en-US" sz="3000" dirty="0"/>
          </a:p>
        </p:txBody>
      </p:sp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Not real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real number squares to a negative.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Order properties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If…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then…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a and b are real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exactly one: a &lt; b, a = b, a &gt; b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a &lt; b and b &lt; c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 &lt; c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a &lt; b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 + c &lt; b + c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a &lt; b and c &gt; 0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 &lt; bc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a &lt; b and c &lt; 0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 &gt; bc  (order reverses)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√5 on the line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Show √5 on the number line.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 = 2² + 1²: OA = 2, AB = 1 ⊥ line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OB² = 4 + 1 = 5, so OB = √5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Arc, centre O, radius OB: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OP = √5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704848"/>
          </a:xfrm>
          <a:prstGeom prst="roundRect">
            <a:avLst>
              <a:gd name="adj" fmla="val 270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irrational-and-real-numbers/roo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31696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8844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OP = √5 ≈ 2.236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Absolute value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Solve |x + 2| = 3.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Distance from −2 is 3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 = −2 + 3 or −2 − 3: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x = 1 or −5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Between two irrationals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Three rational numbers between √2 and √3?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√2 ≈ 1.414, √3 ≈ 1.732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1.5, 1.6, 1.7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Absolute value is distance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830167"/>
          </a:xfrm>
          <a:prstGeom prst="roundRect">
            <a:avLst>
              <a:gd name="adj" fmla="val 25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irrational-and-real-numbers/a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75701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00974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|x − 5| = 2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|x| = x if x &gt; 0, 0 if x = 0, −x if x &lt; 0.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|−6| = 6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distance from 0</a:t>
            </a:r>
            <a:endParaRPr lang="en-US" sz="22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3 or 7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|x − 5| = 2</a:t>
            </a:r>
            <a:endParaRPr lang="en-US" sz="24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 distance is never negative.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22/7 is π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is a rational approximation; π is irrational.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Every root is irrational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√49 = 7 and √0.25 = 0.5 are rational.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|−8| = −8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Absolute value is a distance: |−8| = 8.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to flip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&lt; b and c &lt; 0 give ac &gt; bc.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is irrational: 0.2525…, √49, √7 or 22/7?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|−9| + |4|.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a &lt; b, compare −2a and −2b.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legs of a right triangle give √10?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Build your own roots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Irrational and Real Numbers lesson on the Visual Science &amp; Maths website. Construct √2 to √20 and grow the spiral.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Surds and rationalising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642188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irrational-and-real-numbers/spi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690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Irrational and Real Numbers</dc:title>
  <dc:subject>Std 9 Mathematics Part I, Chapter 2 Real Numbers</dc:subject>
  <dc:creator>Visual Science &amp; Maths</dc:creator>
  <cp:lastModifiedBy>Visual Science &amp; Maths</cp:lastModifiedBy>
  <cp:revision>1</cp:revision>
  <dcterms:created xsi:type="dcterms:W3CDTF">2026-10-08T11:32:25Z</dcterms:created>
  <dcterms:modified xsi:type="dcterms:W3CDTF">2026-10-08T11:32:25Z</dcterms:modified>
</cp:coreProperties>
</file>