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b497f4-f47d-de72-566a-af7250faa378}">
          <p14:sldIdLst>
            <p14:sldId id="256"/>
            <p14:sldId id="257"/>
          </p14:sldIdLst>
        </p14:section>
        <p14:section name="Key ideas" id="{6d206c0c-6fe8-f65d-c293-f54ffda60fde}">
          <p14:sldIdLst>
            <p14:sldId id="258"/>
            <p14:sldId id="259"/>
            <p14:sldId id="260"/>
            <p14:sldId id="261"/>
          </p14:sldIdLst>
        </p14:section>
        <p14:section name="Practice" id="{39ae507f-bb63-1e24-6b37-92a0f078d88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84bbc0b-3bcd-8059-4ed0-ee10091091f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the isosceles triangle theorem, the 30°–60°–90° and 45°–45°–90° properties, the median on the hypotenuse, and side–angle inequalities.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measure their own set squares.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converse is equally important and often forgotten.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half of an equilateral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median result comes from the circle through A, B and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two sides must add up to more than the third.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the angles before writing any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matches the textbook's practice problem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ratios return in trigonometry (chapter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draw a counter-example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65°. 2) 7 cm. 3) No, 2 + 3 &lt; 6. 4) 7.5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sets 3.3 and 3.4.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Isosceles and Right Triangles · Std 9 Maths II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3 TRIANGLES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Isosceles and Right Triangles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ecial-triangles/t30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 your geometry box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two set squares are special triangles: one is 30°–60°–90°, the other 45°–45°–90°.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their sides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003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ecial-triangles/t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468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45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45°–45°–90°: legs equal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Isosceles triangle theorem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Equal sides → equal opposite angles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Converse: equal angles → equal opposite sides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Equilateral: all angles 60°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Apex lies on the perpendicular bisector of the base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pecial-triangles/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 = AC, so ∠B = ∠C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30°–60°–90° triangle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 : √3 : 2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Opposite 30°: ½ hypotenuse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Opposite 60°: (√3/2) hypotenuse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cial-triangles/t30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8997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Hypotenuse 10: sides 5 and 8.66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45°–45°–90° and the median</a:t>
            </a:r>
            <a:endParaRPr lang="en-US" sz="3000" dirty="0"/>
          </a:p>
        </p:txBody>
      </p:sp>
      <p:sp>
        <p:nvSpPr>
          <p:cNvPr id="4" name="45°–45°–90°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45°–45°–90° image" descr="/tmp/claude-0/-home-claude/7116491e-74ad-5a48-9637-67025fdd7b6d/scratchpad/deck/special-triangles/t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45°–45°–90°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leg = hypotenuse ÷ √2.</a:t>
            </a:r>
            <a:endParaRPr lang="en-US" sz="1400" dirty="0"/>
          </a:p>
        </p:txBody>
      </p:sp>
      <p:sp>
        <p:nvSpPr>
          <p:cNvPr id="7" name="Median on hypotenuse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edian on hypotenuse image" descr="/tmp/claude-0/-home-claude/7116491e-74ad-5a48-9637-67025fdd7b6d/scratchpad/deck/special-triangles/me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Median on hypotenuse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BM = ½ AC, wherever B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Sides and angles</a:t>
            </a:r>
            <a:endParaRPr lang="en-US" sz="3000" dirty="0"/>
          </a:p>
        </p:txBody>
      </p:sp>
      <p:sp>
        <p:nvSpPr>
          <p:cNvPr id="4" name="5, 6, 7 cm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5, 6, 7 cm image" descr="/tmp/claude-0/-home-claude/7116491e-74ad-5a48-9637-67025fdd7b6d/scratchpad/deck/special-triangles/ineq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5, 6, 7 cm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Largest angle opposite the longest side.</a:t>
            </a:r>
            <a:endParaRPr lang="en-US" sz="1400" dirty="0"/>
          </a:p>
        </p:txBody>
      </p:sp>
      <p:sp>
        <p:nvSpPr>
          <p:cNvPr id="7" name="3, 4, 8 cm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3, 4, 8 cm image" descr="/tmp/claude-0/-home-claude/7116491e-74ad-5a48-9637-67025fdd7b6d/scratchpad/deck/special-triangles/ineq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3, 4, 8 cm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+ 4 &lt; 8: no triangle.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Isosceles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AB = AC and ∠A = 40°. Find ∠B and ∠C.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∠B = ∠C; 2∠B = 140°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∠B = ∠C = 70°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30°–60°–90°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Hypotenuse 10 cm. Find the other sides.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Opposite 30°: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Opposite 60°: 5√3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8.66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Median on the hypotenuse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pecial-triangles/me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378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5651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∠Q = 90°, PQ = 12, QR = 5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 = √(144 + 25) = 13, and S is its midpoint: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13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hypotenuse PR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6.5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 QS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median to the hypotenuse is half the hypotenuse.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ratios to remember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 : 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Isosceles legs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Equal sides, equal base angles.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 : √3 : 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30°–60°–90°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side is half the hypotenuse.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 : 1 : √2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45°–45°–90°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Legs equal, hypotenuse √2 times a leg.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equal angles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are opposite the equal sides.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Halving the wrong side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side opposite 30° is half the hypotenuse.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three lengths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Check: the two shorter add to more than the longest.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Largest angle beside the longest side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opposite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PQ = PR and ∠P = 50°. Find ∠Q.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30°–60°–90° triangle has hypotenuse 14 cm. Find the side opposite 30°.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2, 3 and 6 cm form a triangle?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right triangle has hypotenuse 15 cm. Find the median to the hypotenuse.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Reshape the triangles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Isosceles and Right Triangles lesson on the Visual Science &amp; Maths website. Try every view.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Constructions of Triangles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ecial-triangles/me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Isosceles and Right Triangles</dc:title>
  <dc:subject>Std 9 Mathematics Part II, Chapter 3 Triangles</dc:subject>
  <dc:creator>Visual Science &amp; Maths</dc:creator>
  <cp:lastModifiedBy>Visual Science &amp; Maths</cp:lastModifiedBy>
  <cp:revision>1</cp:revision>
  <dcterms:created xsi:type="dcterms:W3CDTF">2026-10-10T01:16:41Z</dcterms:created>
  <dcterms:modified xsi:type="dcterms:W3CDTF">2026-10-10T01:16:41Z</dcterms:modified>
</cp:coreProperties>
</file>