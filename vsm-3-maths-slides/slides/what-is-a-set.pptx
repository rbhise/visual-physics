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0adb4ae-6a18-6cc5-e6b4-25c8d1c6af17}">
          <p14:sldIdLst>
            <p14:sldId id="256"/>
            <p14:sldId id="257"/>
          </p14:sldIdLst>
        </p14:section>
        <p14:section name="Key ideas" id="{4ca9d966-bdc0-a4f2-f056-f44c338c1351}">
          <p14:sldIdLst>
            <p14:sldId id="258"/>
            <p14:sldId id="259"/>
            <p14:sldId id="260"/>
            <p14:sldId id="261"/>
          </p14:sldIdLst>
        </p14:section>
        <p14:section name="Practice" id="{057ecf39-3540-b210-58e6-a0e307113bac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f4071b11-e8bb-5fff-e3a1-373cb9475922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decide whether a collection is a set, use ∈ and ∉, write a set by listing and by rule, and name finite, infinite, empty, singleton and equal 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suggest collections and vote: can everyone agree who belongs? Only well-defined collections are 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symbols aloud every time: “2 belongs to A”.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lines describe the same set. Practise converting in both directions.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{0} is a singleton, not the empty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tray stops at 20 but the multiples of 5 do not: that is why we write the dots.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for a pattern before writing the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letter is written only once in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what is n of the letters of BANANA? (3)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give their own example of each slip.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Months with 31 days. 2) n(A) = 4: {11, 13, 17, 19}. 3) Empty: x = 0 is not a natural number. 4) Yes, both are {s, t, o, p}.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write five sets of your own, two by listing and three by rule, and name each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Sets and How to Write Them · Std 9 Maths I Ch.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 · CH. 1 SETS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Sets and How to Write Them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648097"/>
          </a:xfrm>
          <a:prstGeom prst="roundRect">
            <a:avLst>
              <a:gd name="adj" fmla="val 276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what-is-a-set/ev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5749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Who belongs?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“Even numbers less than 13” — you can test any number and say yes or no. “Tall students” — people will argue.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Which of the two is a set?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773705"/>
          </a:xfrm>
          <a:prstGeom prst="roundRect">
            <a:avLst>
              <a:gd name="adj" fmla="val 263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what-is-a-set/st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7005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9990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9 does not fit the rule: 9 ∉ 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set and its elements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 ∈ A,   9 ∉ A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set is a well-defined collection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object in it is an element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Capital letters name sets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∈ “belongs to”, ∉ “does not belong to”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710901"/>
          </a:xfrm>
          <a:prstGeom prst="roundRect">
            <a:avLst>
              <a:gd name="adj" fmla="val 269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what-is-a-set/ev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37749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89047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= even natural numbers less than 13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Two ways to write a set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28346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Method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How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Example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Listing (roster)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Elements in { }, separated by commas, each once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{1, 2, 3, 6, 9, 18}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Rule (set-builder)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{x | property of x}; “|” is read “such that”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{x | x is a factor of 18}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Types of sets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{7}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Singleton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Exactly one element: {x | x ∈ N, x² = 49}.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2841498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∅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Empty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element: even primes greater than 2.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4951476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n(A)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Finite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Elements can be counted: n({1, 2, 3, 6, 9, 18}) = 6.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ig 4"/>
          <p:cNvSpPr txBox="1"/>
          <p:nvPr/>
        </p:nvSpPr>
        <p:spPr>
          <a:xfrm>
            <a:off x="7061454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…</a:t>
            </a:r>
            <a:endParaRPr lang="en-US" sz="3000" dirty="0"/>
          </a:p>
        </p:txBody>
      </p:sp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Infinite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Never ends: {5, 10, 15, 20, …}.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Finite or infinite?</a:t>
            </a:r>
            <a:endParaRPr lang="en-US" sz="3000" dirty="0"/>
          </a:p>
        </p:txBody>
      </p:sp>
      <p:sp>
        <p:nvSpPr>
          <p:cNvPr id="4" name="Primes below 20 image frame"/>
          <p:cNvSpPr/>
          <p:nvPr/>
        </p:nvSpPr>
        <p:spPr>
          <a:xfrm>
            <a:off x="601715" y="1060704"/>
            <a:ext cx="3734331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Primes below 20 image" descr="/tmp/claude-0/-home-claude/7116491e-74ad-5a48-9637-67025fdd7b6d/scratchpad/deck/what-is-a-set/pr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91" y="1097280"/>
            <a:ext cx="3661179" cy="2514600"/>
          </a:xfrm>
          <a:prstGeom prst="rect">
            <a:avLst/>
          </a:prstGeom>
        </p:spPr>
      </p:pic>
      <p:sp>
        <p:nvSpPr>
          <p:cNvPr id="6" name="Primes below 20 text"/>
          <p:cNvSpPr txBox="1"/>
          <p:nvPr/>
        </p:nvSpPr>
        <p:spPr>
          <a:xfrm>
            <a:off x="45720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elements: a finite set.</a:t>
            </a:r>
            <a:endParaRPr lang="en-US" sz="1400" dirty="0"/>
          </a:p>
        </p:txBody>
      </p:sp>
      <p:sp>
        <p:nvSpPr>
          <p:cNvPr id="7" name="Multiples of 5 image frame"/>
          <p:cNvSpPr/>
          <p:nvPr/>
        </p:nvSpPr>
        <p:spPr>
          <a:xfrm>
            <a:off x="4807955" y="1060704"/>
            <a:ext cx="3734331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Multiples of 5 image" descr="/tmp/claude-0/-home-claude/7116491e-74ad-5a48-9637-67025fdd7b6d/scratchpad/deck/what-is-a-set/f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531" y="1097280"/>
            <a:ext cx="3661179" cy="2514600"/>
          </a:xfrm>
          <a:prstGeom prst="rect">
            <a:avLst/>
          </a:prstGeom>
        </p:spPr>
      </p:pic>
      <p:sp>
        <p:nvSpPr>
          <p:cNvPr id="9" name="Multiples of 5 text"/>
          <p:cNvSpPr txBox="1"/>
          <p:nvPr/>
        </p:nvSpPr>
        <p:spPr>
          <a:xfrm>
            <a:off x="466344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{5, 10, 15, 20, …}: infinite.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Equal sets have exactly the same elements: {s, t, o, p} = {p, o, s, t}.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Rule to list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= {x | x is a factor of 18}. List A and find n(A).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Pairs: 1 × 18, 2 × 9, 3 × 6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= {1, 2, 3, 6, 9, 18},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n(A) = 6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List to rule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Write B = {1, 4, 9, 16, 25} by the rule method.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1², 2², 3², 4², 5²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{x | x = n², n ∈ N, n ≤ 5}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which type?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Classify P = {x | x ∈ N, x + 4 = 4}, Q = {0} and S = the letters of “MISSISSIPPI”.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x = 0 ∉ N, so P = ∅: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empty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Q has one element: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singleton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 = {M, I, S, P}: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finite, n(S) = 4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710901"/>
          </a:xfrm>
          <a:prstGeom prst="roundRect">
            <a:avLst>
              <a:gd name="adj" fmla="val 269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what-is-a-set/si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3774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89047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{x | x ∈ N, x² = 49} = {7}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Count the elements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836508"/>
          </a:xfrm>
          <a:prstGeom prst="roundRect">
            <a:avLst>
              <a:gd name="adj" fmla="val 257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what-is-a-set/fa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763356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401608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= {x | x is a factor of 18}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n(A) is the number of elements of a finite set A.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n(A) = 6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factors of 18</a:t>
            </a:r>
            <a:endParaRPr lang="en-US" sz="22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n(∅) = 0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empty set</a:t>
            </a:r>
            <a:endParaRPr lang="en-US" sz="22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An infinite set has no n( ): it never ends.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Repeating elements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“banana” gives {b, a, n}.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{0} is not empty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has one element, 0.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Order does not matter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{1, 2, 3} = {3, 1, 2}.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Vague collections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“Good singers” is not a set.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is a set: good books, months with 31 days, tall trees or clever students?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= {x | x is a prime number, 10 &lt; x &lt; 20}. Find n(A).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Is {x | x ∈ N, x + 3 = 3} empty, singleton or infinite?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Are the letters of “stop” and of “post” equal sets?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Sort the numbers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Sets lesson on the Visual Science &amp; Maths website. Pick a rule and drag the tokens into set A.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Venn diagrams, subsets and complements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648097"/>
          </a:xfrm>
          <a:prstGeom prst="roundRect">
            <a:avLst>
              <a:gd name="adj" fmla="val 276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what-is-a-set/pr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5749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Sets and How to Write Them</dc:title>
  <dc:subject>Std 9 Mathematics Part I, Chapter 1 Sets</dc:subject>
  <dc:creator>Visual Science &amp; Maths</dc:creator>
  <cp:lastModifiedBy>Visual Science &amp; Maths</cp:lastModifiedBy>
  <cp:revision>1</cp:revision>
  <dcterms:created xsi:type="dcterms:W3CDTF">2026-10-08T09:26:01Z</dcterms:created>
  <dcterms:modified xsi:type="dcterms:W3CDTF">2026-10-08T09:26:01Z</dcterms:modified>
</cp:coreProperties>
</file>