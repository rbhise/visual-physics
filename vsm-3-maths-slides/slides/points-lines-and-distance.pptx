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6b5b82d-e833-7d94-5a41-dd107ab93f53}">
          <p14:sldIdLst>
            <p14:sldId id="256"/>
            <p14:sldId id="257"/>
          </p14:sldIdLst>
        </p14:section>
        <p14:section name="Key ideas" id="{a2b6f8f2-dab8-21a5-40e7-a228cfd0196e}">
          <p14:sldIdLst>
            <p14:sldId id="258"/>
            <p14:sldId id="259"/>
            <p14:sldId id="260"/>
            <p14:sldId id="261"/>
          </p14:sldIdLst>
        </p14:section>
        <p14:section name="Practice" id="{dba11c93-c923-81a7-37a7-0a5aed3ec70b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26e1434a-fae1-dd27-6a26-41c67e99538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find the distance between two points from their co-ordinates, decide which of three points is between the others, and find a midpoint.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B is between A and C the answer is 9 km. If C lies back between A and B, it is 1 km. Both are possible until we know the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basic concepts: we understand them from examples, not definitions. Points on one line are collinear.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negative co-ordinates in brackets before subtracting. It can also be written |a − b|.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is between P and R if the three points are distinct, collinear and d(P, Q) + d(Q, R) = d(P, 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Ray AB starts at A and goes on through B without end. If l(AB) &lt; l(CD), seg AB &lt; seg 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find the largest distance; the point shared by the two smaller ones is in the middle.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Y-X-Z is impossible because d(Y, Z) would then be more than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non-collinear points make a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find their own example of each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3 − (−5) = 8. 2) 7 + 4 = 11, so B: A-B-C. 3) 6.5. 4) Exactly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find the two points at distance 6 from the point at −3 (answer: 3 and −9).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Points, Lines and Distance · Std 9 Maths II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1 BASIC CONCEPTS IN GEOMETRY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Points, Lines and Distance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174428"/>
          </a:xfrm>
          <a:prstGeom prst="roundRect">
            <a:avLst>
              <a:gd name="adj" fmla="val 33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points-lines-and-distance/betw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1012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towns on a road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Asha walks 5 km from town A to town B, then 4 km more to town C. The road is straight.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far is A from C? Could the answer be 1 km?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276930"/>
          </a:xfrm>
          <a:prstGeom prst="roundRect">
            <a:avLst>
              <a:gd name="adj" fmla="val 321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points-lines-and-distance/betw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20377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50222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 + 4 = 9: B is between A and 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Point, line and plane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Point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defined. A sharp pencil tip suggests a point.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Line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end on either side. One line through two distinct points.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Plane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flat surface without edges, like a table top that goes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Distance between two points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d(A, B) = a − b   if a &gt; b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point on a line has a co-ordinate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Greater co-ordinate minus smaller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Never negative: d(A, B) = d(B, A)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225679"/>
          </a:xfrm>
          <a:prstGeom prst="roundRect">
            <a:avLst>
              <a:gd name="adj" fmla="val 328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points-lines-and-distance/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15252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40525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5 − (−2) = 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Betweenness: P-Q-R</a:t>
            </a:r>
            <a:endParaRPr lang="en-US" sz="3000" dirty="0"/>
          </a:p>
        </p:txBody>
      </p:sp>
      <p:sp>
        <p:nvSpPr>
          <p:cNvPr id="4" name="5 + 4 = 9 image frame"/>
          <p:cNvSpPr/>
          <p:nvPr/>
        </p:nvSpPr>
        <p:spPr>
          <a:xfrm>
            <a:off x="420624" y="1060704"/>
            <a:ext cx="4096512" cy="2328180"/>
          </a:xfrm>
          <a:prstGeom prst="roundRect">
            <a:avLst>
              <a:gd name="adj" fmla="val 31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5 + 4 = 9 image" descr="/tmp/claude-0/-home-claude/7116491e-74ad-5a48-9637-67025fdd7b6d/scratchpad/deck/points-lines-and-distance/betw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255028"/>
          </a:xfrm>
          <a:prstGeom prst="rect">
            <a:avLst/>
          </a:prstGeom>
        </p:spPr>
      </p:pic>
      <p:sp>
        <p:nvSpPr>
          <p:cNvPr id="6" name="5 + 4 = 9 text"/>
          <p:cNvSpPr txBox="1"/>
          <p:nvPr/>
        </p:nvSpPr>
        <p:spPr>
          <a:xfrm>
            <a:off x="457200" y="34894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+ 4 = 9 = d(A, B), so P is between: A-P-B.</a:t>
            </a:r>
            <a:endParaRPr lang="en-US" sz="1400" dirty="0"/>
          </a:p>
        </p:txBody>
      </p:sp>
      <p:sp>
        <p:nvSpPr>
          <p:cNvPr id="7" name="10 + 4 ≠ 6 image frame"/>
          <p:cNvSpPr/>
          <p:nvPr/>
        </p:nvSpPr>
        <p:spPr>
          <a:xfrm>
            <a:off x="4626864" y="1060704"/>
            <a:ext cx="4096512" cy="2328180"/>
          </a:xfrm>
          <a:prstGeom prst="roundRect">
            <a:avLst>
              <a:gd name="adj" fmla="val 31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10 + 4 ≠ 6 image" descr="/tmp/claude-0/-home-claude/7116491e-74ad-5a48-9637-67025fdd7b6d/scratchpad/deck/points-lines-and-distance/betw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255028"/>
          </a:xfrm>
          <a:prstGeom prst="rect">
            <a:avLst/>
          </a:prstGeom>
        </p:spPr>
      </p:pic>
      <p:sp>
        <p:nvSpPr>
          <p:cNvPr id="9" name="10 + 4 ≠ 6 text"/>
          <p:cNvSpPr txBox="1"/>
          <p:nvPr/>
        </p:nvSpPr>
        <p:spPr>
          <a:xfrm>
            <a:off x="4663440" y="34894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+ 4 = 14 ≠ 6: P is not between A and 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Segment, ray and midpoint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seg AB: A, B and all points between them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Equal lengths: congruent segments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Midpoint M: A-M-B and seg AM ≅ seg MB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segment has exactly one midpoint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225679"/>
          </a:xfrm>
          <a:prstGeom prst="roundRect">
            <a:avLst>
              <a:gd name="adj" fmla="val 328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points-lines-and-distance/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152527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40525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 at (−5 + 2) ÷ 2 = −1.5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From co-ordinates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P and Q are at −3 and 4. Find d(P, Q).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 &gt; −3, so 4 − (−3)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4 + 3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7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is between?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d(A, B) = 5, d(B, C) = 8, d(A, C) = 3.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Largest: d(B, C) = 8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 + 3 = 8, so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B-A-C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two answers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X, Y, Z are collinear, d(X, Y) = 6 and d(Y, Z) = 2.5. Find d(X, Z).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X-Y-Z: 6 + 2.5 = 8.5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X-Z-Y: 6 − 2.5 = 3.5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d(X, Z)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8.5 or 3.5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225679"/>
          </a:xfrm>
          <a:prstGeom prst="roundRect">
            <a:avLst>
              <a:gd name="adj" fmla="val 328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points-lines-and-distance/three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15252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40525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Draw both orders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Collinear or not?</a:t>
            </a:r>
            <a:endParaRPr lang="en-US" sz="3000" dirty="0"/>
          </a:p>
        </p:txBody>
      </p:sp>
      <p:sp>
        <p:nvSpPr>
          <p:cNvPr id="4" name="4, 6 and 9 image frame"/>
          <p:cNvSpPr/>
          <p:nvPr/>
        </p:nvSpPr>
        <p:spPr>
          <a:xfrm>
            <a:off x="420624" y="1060704"/>
            <a:ext cx="4096512" cy="2328180"/>
          </a:xfrm>
          <a:prstGeom prst="roundRect">
            <a:avLst>
              <a:gd name="adj" fmla="val 31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4, 6 and 9 image" descr="/tmp/claude-0/-home-claude/7116491e-74ad-5a48-9637-67025fdd7b6d/scratchpad/deck/points-lines-and-distance/three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255028"/>
          </a:xfrm>
          <a:prstGeom prst="rect">
            <a:avLst/>
          </a:prstGeom>
        </p:spPr>
      </p:pic>
      <p:sp>
        <p:nvSpPr>
          <p:cNvPr id="6" name="4, 6 and 9 text"/>
          <p:cNvSpPr txBox="1"/>
          <p:nvPr/>
        </p:nvSpPr>
        <p:spPr>
          <a:xfrm>
            <a:off x="457200" y="34894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+ 6 = 10 ≠ 9: not collinear, a triangle.</a:t>
            </a:r>
            <a:endParaRPr lang="en-US" sz="1400" dirty="0"/>
          </a:p>
        </p:txBody>
      </p:sp>
      <p:sp>
        <p:nvSpPr>
          <p:cNvPr id="7" name="5, 3 and 8 image frame"/>
          <p:cNvSpPr/>
          <p:nvPr/>
        </p:nvSpPr>
        <p:spPr>
          <a:xfrm>
            <a:off x="4626864" y="1060704"/>
            <a:ext cx="4096512" cy="2328180"/>
          </a:xfrm>
          <a:prstGeom prst="roundRect">
            <a:avLst>
              <a:gd name="adj" fmla="val 31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5, 3 and 8 image" descr="/tmp/claude-0/-home-claude/7116491e-74ad-5a48-9637-67025fdd7b6d/scratchpad/deck/points-lines-and-distance/threeY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255028"/>
          </a:xfrm>
          <a:prstGeom prst="rect">
            <a:avLst/>
          </a:prstGeom>
        </p:spPr>
      </p:pic>
      <p:sp>
        <p:nvSpPr>
          <p:cNvPr id="9" name="5, 3 and 8 text"/>
          <p:cNvSpPr txBox="1"/>
          <p:nvPr/>
        </p:nvSpPr>
        <p:spPr>
          <a:xfrm>
            <a:off x="4663440" y="34894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+ 3 = 8: collinear, B-A-C.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Negative distance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Subtract the smaller co-ordinate from the greater.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Sign slips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4 − (−3) = 4 + 3 = 7, not 1.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Guessing the middle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that the two smaller distances add up.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Halving the co-ordinate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Midpoint of −5 and 2 is −1.5, not 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 and Q are at −5 and 3. Find d(P, Q).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d(A, B) = 7, d(B, C) = 4, d(A, C) = 11. Which point is between?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 is the midpoint of seg RS and l(RS) = 13. Find l(RM).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lines pass through two distinct points?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Measure along the line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Points, Lines and Distance lesson on the Visual Science &amp; Maths website. Drag the points and watch the distances add up.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Conditional statements and proofs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174428"/>
          </a:xfrm>
          <a:prstGeom prst="roundRect">
            <a:avLst>
              <a:gd name="adj" fmla="val 33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points-lines-and-distance/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1012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Points, Lines and Distance</dc:title>
  <dc:subject>Std 9 Mathematics Part II, Chapter 1 Basic Concepts in Geometry</dc:subject>
  <dc:creator>Visual Science &amp; Maths</dc:creator>
  <cp:lastModifiedBy>Visual Science &amp; Maths</cp:lastModifiedBy>
  <cp:revision>1</cp:revision>
  <dcterms:created xsi:type="dcterms:W3CDTF">2026-10-10T00:57:37Z</dcterms:created>
  <dcterms:modified xsi:type="dcterms:W3CDTF">2026-10-10T00:57:37Z</dcterms:modified>
</cp:coreProperties>
</file>