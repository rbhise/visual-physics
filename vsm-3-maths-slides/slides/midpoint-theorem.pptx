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96e7f65-eda3-4f05-0f10-f593bb00ead9}">
          <p14:sldIdLst>
            <p14:sldId id="256"/>
            <p14:sldId id="257"/>
          </p14:sldIdLst>
        </p14:section>
        <p14:section name="Key ideas" id="{6b709f52-ac92-c2a7-5ac4-a9ea64c16fab}">
          <p14:sldIdLst>
            <p14:sldId id="258"/>
            <p14:sldId id="259"/>
            <p14:sldId id="260"/>
            <p14:sldId id="261"/>
          </p14:sldIdLst>
        </p14:section>
        <p14:section name="Practice" id="{6a12e0c7-0311-158c-ac11-c35d44ed6d2f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9c23e8d4-f98d-3072-7b62-97a66e51915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and use the midpoint theorem and its converse, and apply them to quadrilaterals and trapeziums.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each student draw a different triangle and measure. Everyone gets “half and parallel”.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wording: the segment joining midpoints of any two sides of a triangle is parallel to the third side and half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parallelogram test used: one pair of opposite sides parallel and congruent (last lessons).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Converse: a line through the midpoint of one side, parallel to another side, bisects the third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idea: join A to N and extend to meet line DC; then use the midpoint theorem in the new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midpoint triangle always has half the perimeter.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drag the corners in the Trapezium view to test other lengths.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AC ⊥ BD, PQRS is a rectangle; if AC = BD, a rhombus.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parallel line nearer to A to show the third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14 cm. 2) 5 cm (converse). 3) A parallelogram. 4) 12 cm.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prove that the midpoints of the sides of a rectangle form a rhombus.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Midpoint Theorem · Std 9 Maths II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5 QUADRILATERALS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The Midpoint Theorem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midpoint-theorem/theor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Halfway across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Mark the middle of two sides of any triangle and join the marks.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does that segment compare with the third side?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midpoint-theorem/theor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BC = 10 cm, PQ = 5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Midpoint theorem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PQ ∥ BC and PQ = ½ BC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segment joining the midpoints of any two sides of a triangle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 parallel to the third side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and is half of it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idpoint-theorem/theor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P, Q: midpoints of AB and AC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it is true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 PQ to R with QR = PQ; join CR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△AQP and △CQR are congruent (S-A-S)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CR = AP = PB and CR ∥ AB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PBCR is a parallelogram: PR = BC, so PQ = ½ BC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midpoint-theorem/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△APQ turned half a turn about Q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converse and a use</a:t>
            </a:r>
            <a:endParaRPr lang="en-US" sz="3000" dirty="0"/>
          </a:p>
        </p:txBody>
      </p:sp>
      <p:sp>
        <p:nvSpPr>
          <p:cNvPr id="4" name="Converse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Converse image" descr="/tmp/claude-0/-home-claude/7116491e-74ad-5a48-9637-67025fdd7b6d/scratchpad/deck/midpoint-theorem/con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Converse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 through P parallel to BC: AQ = QC = 4.47 cm.</a:t>
            </a:r>
            <a:endParaRPr lang="en-US" sz="1400" dirty="0"/>
          </a:p>
        </p:txBody>
      </p:sp>
      <p:sp>
        <p:nvSpPr>
          <p:cNvPr id="7" name="Any quadrilateral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ny quadrilateral image" descr="/tmp/claude-0/-home-claude/7116491e-74ad-5a48-9637-67025fdd7b6d/scratchpad/deck/midpoint-theorem/qu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Any quadrilateral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 the midpoints: always a parallelogram.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Trapezium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MN = ½ (AB + DC)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M, N: midpoints of the non-parallel sides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MN is parallel to AB and DC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Its length is half the sum of the parallel sides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idpoint-theorem/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½ (12 + 6) = 9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 PQ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P, Q are midpoints of AB and AC; BC = 9 cm. Find PQ.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PQ = ½ BC = ½ × 9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PQ = 4.5 cm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Midpoint triangle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Sides 8, 10, 12 cm. Find the perimeter of the midpoint triangle.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New sides: 4, 5, 6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Perimeter 15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trapezium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AB ∥ DC, AB = 12 cm, DC = 6 cm. M, N are midpoints of AD and BC. Find MN.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MN = ½ (AB + DC)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½ (12 + 6)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MN = 9 cm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idpoint-theorem/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AB ∥ DC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Midpoints of a quadrilateral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midpoint-theorem/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PQRS inside ABCD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side of PQRS is half a diagonal of ABCD: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5.39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PQ = SR = ½ AC (cm)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3.91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QR = PS = ½ BD (cm)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Opposite sides are parallel and equal, so PQRS is a parallelogram.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PQ = BC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PQ is half of BC; BC is double PQ.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Parallel to the wrong side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PQ is parallel to the side without P or Q.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parallel segment is half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one through the midpoints.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the converse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Start: one midpoint + a parallel line. Prove: the other midpoint.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P, Q are midpoints of AB and AC and PQ = 7 cm. Find BC.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line through the midpoint of AB, parallel to BC, meets AC at Q. AC = 10 cm. Find AQ.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Join the midpoints of any quadrilateral in order. What shape do you get?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Sides 6, 8, 10 cm: find the perimeter of the midpoint triangle.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Test the theorem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Midpoint Theorem lesson on the Visual Science &amp; Maths website. Drag A anywhere and press “Show why”.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Circle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midpoint-theorem/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Midpoint Theorem</dc:title>
  <dc:subject>Std 9 Mathematics Part II, Chapter 5 Quadrilaterals</dc:subject>
  <dc:creator>Visual Science &amp; Maths</dc:creator>
  <cp:lastModifiedBy>Visual Science &amp; Maths</cp:lastModifiedBy>
  <cp:revision>1</cp:revision>
  <dcterms:created xsi:type="dcterms:W3CDTF">2026-10-10T01:10:02Z</dcterms:created>
  <dcterms:modified xsi:type="dcterms:W3CDTF">2026-10-10T01:10:02Z</dcterms:modified>
</cp:coreProperties>
</file>