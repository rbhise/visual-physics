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82bced9-8cf5-09ea-0f93-fd2f87c90b78}">
          <p14:sldIdLst>
            <p14:sldId id="256"/>
            <p14:sldId id="257"/>
          </p14:sldIdLst>
        </p14:section>
        <p14:section name="Key ideas" id="{2374f22a-9ebd-f8b7-185a-9f345241ef58}">
          <p14:sldIdLst>
            <p14:sldId id="258"/>
            <p14:sldId id="259"/>
            <p14:sldId id="260"/>
            <p14:sldId id="261"/>
          </p14:sldIdLst>
        </p14:section>
        <p14:section name="Practice" id="{af5b046d-c2aa-7c3c-8522-89fc906b8993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00b4c40d-d243-a4b7-2259-8b509bc52d2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work out and remember sin, cos and tan of 0°, 30°, 45°, 60° and 90°, and use them in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 real set squares round; ask students to find the 30°, 45° and 60° corners.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short side faces the small angle: that is how to remember which is which.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1/√2 ≈ 0.707. Some books write it as √2/2; it is the same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hypotenuse 1 and shrink or grow the angle; tan 90° would need division by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rises 0 → 1 while cos falls 1 → 0 with the same values. Every column obeys sin²θ + cos²θ 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Square the ratio, not the angle: cos²45° = (1/√2)².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 is the hypotenuse; the wall is opposite the 60°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draw a 60° angle with a protractor, measure, and divide.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third mistake: sin 90° = 1, but 1/2 + √3/2 ≈ 1.37.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√3. 2) 1. 3) tan 90°. 4) 5 cm (10 × 1/2).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textbook practice set 8.2, then write the table from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Ratios of Special Angles · Std 9 Maths II Ch. 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8 TRIGONOMETRY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Ratios of Special Angles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pecial-angles/s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two set squares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One set square is half of an equilateral triangle. The other is half of a square.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exact ratios are hiding in them?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pecial-angles/s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Half of a square: angles 45°, 45°, 90°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30° and 60°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Sides 1, √3, 2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Halve an equilateral triangle of side 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Altitude = √(4 − 1) = √3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sin 30° = 1/2, cos 30° = √3/2, tan 30° = 1/√3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sin 60° = √3/2, cos 60° = 1/2, tan 60° = √3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pecial-angles/s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Opposite 30° is 1, the hypotenuse is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45°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Sides 1, 1, √2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Halve a square of side 1 along a diagonal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Diagonal = √(1 + 1) = √2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sin 45° = cos 45° = 1/√2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tan 45° = 1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pecial-angles/s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Both legs are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0° and 90°</a:t>
            </a:r>
            <a:endParaRPr lang="en-US" sz="3000" dirty="0"/>
          </a:p>
        </p:txBody>
      </p:sp>
      <p:sp>
        <p:nvSpPr>
          <p:cNvPr id="4" name="0°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0° image" descr="/tmp/claude-0/-home-claude/7116491e-74ad-5a48-9637-67025fdd7b6d/scratchpad/deck/special-angles/s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0°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Opposite 0, adjacent 1: sin 0° = 0, cos 0° = 1, tan 0° = 0</a:t>
            </a:r>
            <a:endParaRPr lang="en-US" sz="1400" dirty="0"/>
          </a:p>
        </p:txBody>
      </p:sp>
      <p:sp>
        <p:nvSpPr>
          <p:cNvPr id="7" name="90°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90° image" descr="/tmp/claude-0/-home-claude/7116491e-74ad-5a48-9637-67025fdd7b6d/scratchpad/deck/special-angles/s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90°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Opposite 1, adjacent 0: sin 90° = 1, cos 90° = 0, tan 90° not defined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table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280160"/>
                <a:gridCol w="1280160"/>
                <a:gridCol w="1280160"/>
                <a:gridCol w="19202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θ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0°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30°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45°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60°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90°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sin θ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1/2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1/√2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√3/2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cos θ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√3/2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1/√2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1/2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tan θ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1/√3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not defined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Evaluate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6 sin 30° − 2 tan 45°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 × 1/2 − 2 × 1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3 − 2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Squares of ratios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2 cos²45° + tan²60°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cos²45° = 1/2, tan²60° = 3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× 1/2 + 3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 ladder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6 m ladder makes 60° with the ground. How high does it reach, and how far is its foot from the wall?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Height = 6 sin 60° = 3√3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5.20 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Distance = 6 cos 60°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 m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special-angles/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Hypotenuse 6, ∠A = 60°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Check with a measured triangle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special-angles/m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∠A = 60°, hypotenuse 8 cm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simulation measures the sides: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6.93 ÷ 8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opposite ÷ hypotenuse</a:t>
            </a:r>
            <a:endParaRPr lang="en-US" sz="22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≈ 0.866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= √3/2 = sin 60°</a:t>
            </a:r>
            <a:endParaRPr lang="en-US" sz="24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Measured ratios agree with the exact table values.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Swapping 30° and 60°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 30° = cos 60° = 1/2.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tan 90° = 0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tan 90° is not defined.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Adding angles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 (30° + 60°) ≠ sin 30° + sin 60°.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sin 45° = 1/2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 45° = 1/√2 ≈ 0.707.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tan 60°?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sin 30° + cos 60°.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is not defined: sin 90°, cos 90°, tan 0° or tan 90°?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Hypotenuse 10 cm, one angle 30°. Find the side opposite 30°.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Light up the table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Ratios of Special Angles lesson on the Visual Science &amp; Maths website. Pick each angle and see where its values come from.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Surface Area and Volume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pecial-angles/s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Ratios of Special Angles</dc:title>
  <dc:subject>Std 9 Mathematics Part II, Chapter 8 Trigonometry</dc:subject>
  <dc:creator>Visual Science &amp; Maths</dc:creator>
  <cp:lastModifiedBy>Visual Science &amp; Maths</cp:lastModifiedBy>
  <cp:revision>1</cp:revision>
  <dcterms:created xsi:type="dcterms:W3CDTF">2026-10-10T01:09:13Z</dcterms:created>
  <dcterms:modified xsi:type="dcterms:W3CDTF">2026-10-10T01:09:13Z</dcterms:modified>
</cp:coreProperties>
</file>