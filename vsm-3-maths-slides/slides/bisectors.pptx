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152cf2-3ed5-6e89-f535-8d43017bc36e}">
          <p14:sldIdLst>
            <p14:sldId id="256"/>
            <p14:sldId id="257"/>
          </p14:sldIdLst>
        </p14:section>
        <p14:section name="Key ideas" id="{6ddb96e0-263a-deef-c2dd-ab1726c49091}">
          <p14:sldIdLst>
            <p14:sldId id="258"/>
            <p14:sldId id="259"/>
            <p14:sldId id="260"/>
            <p14:sldId id="261"/>
          </p14:sldIdLst>
        </p14:section>
        <p14:section name="Practice" id="{d33dc1ce-ac00-44fe-f75a-4036974ad4c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1afa948-2e16-f974-5f33-f229ea9c6bd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perpendicular bisector theorem and the angle bisector theorem with their converses, and construct both bisectors with a compass.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mark a few possible spots on the board. They will find the spots line up on one straight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two triangles PMA and PMB and ask which three parts match: AM = BM, the right angles, and PM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converse at work: if PA and PB are not equal, P cannot be on the perpendicular bisector.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Proof: △PMB ≅ △PNB by A-A-S (equal halves of the angle, right angles, PB common).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both constructions on the board, then let students press “Play construction” to watch the arcs drawn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uses Pythagoras; example 2 uses the 30°–60°–90° triangle from the last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1 cm for 1 km. Students can check with the simulation: PA = PB = 4 cm when P is 2.65 cm above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where would P have to move to make the two distances equal?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try the first mistake deliberately: open the compass to less than half of AB and see what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7 cm. 2) 3 cm (half of AB is 4, √(25 − 16) = 3). 3) 42°. 4) On the bisector of ∠ABC (converse of the angle bisector theorem).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construct the perpendicular bisector of a 6.4 cm segment and the bisector of a 110° angle; measure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Perpendicular and Angle Bisectors · Std 9 Maths II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4 CONSTRUCTIONS OF TRIANGLES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Perpendicular and Angle Bisectors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bisectors/angle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fair place for a well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farms are 7 km apart. The village wants a well exactly as far from one farm as from the other.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can the well go? Is there only one place?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bisectors/pe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 is 4.3 cm from A and from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Perpendicular bisector theorem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 on the bisector ⇔ PA = PB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perpendicular bisector passes through the midpoint M and is perpendicular to AB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point on it is equidistant from A and 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Converse: a point with PA = PB lies on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Proof: △PMA ≅ △PMB by S-A-S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bisectors/pe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 = 7 cm: PA = PB = 4.3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 the line, or off it?</a:t>
            </a:r>
            <a:endParaRPr lang="en-US" sz="3000" dirty="0"/>
          </a:p>
        </p:txBody>
      </p:sp>
      <p:sp>
        <p:nvSpPr>
          <p:cNvPr id="4" name="On the bisector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n the bisector image" descr="/tmp/claude-0/-home-claude/7116491e-74ad-5a48-9637-67025fdd7b6d/scratchpad/deck/bisectors/pe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On the bisector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the bisector: PA = PB = 4.3 cm.</a:t>
            </a:r>
            <a:endParaRPr lang="en-US" sz="1400" dirty="0"/>
          </a:p>
        </p:txBody>
      </p:sp>
      <p:sp>
        <p:nvSpPr>
          <p:cNvPr id="7" name="Off the bisector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Off the bisector image" descr="/tmp/claude-0/-home-claude/7116491e-74ad-5a48-9637-67025fdd7b6d/scratchpad/deck/bisectors/perp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Off the bisector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 it: PA = 5.59 cm, PB = 3.2 cm.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Angle bisector theorem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 on the bisector ⇔ PM = PN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bisector divides the angle into two congruent angles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 from a line = length of the perpendicular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point on the bisector is equidistant from the arms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Converse: a point equidistant from the arms is on the bisector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bisectors/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∠ABC = 120°: P is 4.33 cm from both arms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Compass constructions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Perpendicular bisector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Radius more than half of AB. Arcs from A and from B meet at X and Y. Draw XY.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Angle bisector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 from B cuts the arms at D and E. Equal arcs from D and E meet at F. Draw ray BF.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they work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XA = XB and YA = YB, so X and Y are on the bisector. △BDF ≅ △BEF by S-S-S.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Perpendicular bisector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AB = 8 cm. P is on its perpendicular bisector and PM = 3 cm. Find PA and PB.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 = 4 cm, ∠PMA = 90°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 = √(16 + 9) = 5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 = PB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cm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Angle bisector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BF bisects ∠ABC = 60°. P is on BF with BP = 5 cm. How far is P from each arm?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∠PBC = 30°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30°–60°–90° triangle: PN = ½ × 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 is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2.5 cm from each arm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using the converse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Villages A and B are 6 km apart. A tank T must be 4 km from each. Where can it go?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 = TB, so T is on the perpendicular bisector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TM = √(4² − 3²) = √7 ≈ 2.65 km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Two places, 2.65 km either side of AB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bisectors/perp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Arcs from A and B meet at X and 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Off the bisector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bisectors/angl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∠ABC = 80°, P not on BF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Measure the perpendicular distances of P from the two arms: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3.77 cm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from arm BA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1 cm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from arm BC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Different distances, so P is not on the bisector (converse).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Compass too small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radius must be more than half of AB, or the arcs never meet.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Changing the opening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Arcs from A and B (or D and E) need the same radius.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Slanting distance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 from an arm is along the perpendicular.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the converse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 = PB already tells you P is on the bisector.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 is on the perpendicular bisector of XY and PX = 7 cm. Find PY.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QA = QB = 5 cm and AB = 8 cm. How far is Q from AB?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Ray BD bisects ∠ABC = 84°. Find ∠ABD.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point is 3 cm from both arms of ∠ABC. Where does it lie?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Draw the arcs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Perpendicular and Angle Bisectors lesson on the Visual Science &amp; Maths website. Drag P and press “Play construction”.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Constructing triangles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bisectors/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Perpendicular and Angle Bisectors</dc:title>
  <dc:subject>Std 9 Mathematics Part II, Chapter 4 Constructions of Triangles</dc:subject>
  <dc:creator>Visual Science &amp; Maths</dc:creator>
  <cp:lastModifiedBy>Visual Science &amp; Maths</cp:lastModifiedBy>
  <cp:revision>1</cp:revision>
  <dcterms:created xsi:type="dcterms:W3CDTF">2026-10-10T01:10:02Z</dcterms:created>
  <dcterms:modified xsi:type="dcterms:W3CDTF">2026-10-10T01:10:02Z</dcterms:modified>
</cp:coreProperties>
</file>