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822db2-3f07-e640-e407-9e49eca8a27b}">
          <p14:sldIdLst>
            <p14:sldId id="256"/>
            <p14:sldId id="257"/>
          </p14:sldIdLst>
        </p14:section>
        <p14:section name="Key ideas" id="{9ea64b83-5ebb-297a-b9bb-18bbde71b4d1}">
          <p14:sldIdLst>
            <p14:sldId id="258"/>
            <p14:sldId id="259"/>
            <p14:sldId id="260"/>
            <p14:sldId id="261"/>
          </p14:sldIdLst>
        </p14:section>
        <p14:section name="Practice" id="{0329c4b9-3bac-9748-6d2f-b69b06c129b1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0b8b8c6-1235-6bf9-0db3-939082773e7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write a statement in if-then form, name its antecedent and consequent, write the converse, and follow a direct and an indirect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test a few even numbers before showing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“If a number is divisible by 4, then it is divisible by 2.”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converse interchanges the antecedent and the consequent. One counterexample shows a statement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Examples, however many, never prove a general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follows from a known fact. In the same way ∠BOC = ∠AOD.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test the converse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reason for each step: linear pair, vertically opposite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lines meet in at most one point: supposing a second point Q makes l and m the same line, which contradicts “distinct”.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write one statement whose converse is true and one whose converse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 triangle is equilateral. 2) If x² = 16, then x = 4; false, x could be −4. 3) No: two 40° angles are congruent. 4) Suppose the conclusion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write three statements in if-then form and their converses; mark each true or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Conditional Statements and Proofs · Std 9 Maths II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1 BASIC CONCEPTS IN GEOMETRY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Conditional Statements and Proofs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ditional-statements-and-proofs/f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Turn it round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number divisible by 4 is divisible by 2. Is every number divisible by 2 also divisible by 4?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Does a true statement stay true when we turn it round?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onditional-statements-and-proofs/four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6, 10 and 18 say 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Conditional statements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If (antecedent), then (consequent)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Antecedent: the given part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Consequent: the part to be proved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True when the first set lies inside the second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onditional-statements-and-proofs/f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Divisible by 4 sits inside divisible by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converse</a:t>
            </a:r>
            <a:endParaRPr lang="en-US" sz="3000" dirty="0"/>
          </a:p>
        </p:txBody>
      </p:sp>
      <p:sp>
        <p:nvSpPr>
          <p:cNvPr id="4" name="False convers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False converse image" descr="/tmp/claude-0/-home-claude/7116491e-74ad-5a48-9637-67025fdd7b6d/scratchpad/deck/conditional-statements-and-proofs/four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False convers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converse: 6 is divisible by 2, not by 4.</a:t>
            </a:r>
            <a:endParaRPr lang="en-US" sz="1400" dirty="0"/>
          </a:p>
        </p:txBody>
      </p:sp>
      <p:sp>
        <p:nvSpPr>
          <p:cNvPr id="7" name="True converse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rue converse image" descr="/tmp/claude-0/-home-claude/7116491e-74ad-5a48-9637-67025fdd7b6d/scratchpad/deck/conditional-statements-and-proofs/equ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True converse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converse: equal angles ↔ equilateral.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proof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Direct proof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from the given facts and move step by step to the conclusion.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Indirect proof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Suppose the conclusion is false; reach a contradiction.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Counterexample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example where the statement fails proves it false.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direct proof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∠AOC + ∠BOC = 180° (linear pair)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∠BOC + ∠BOD = 180° (linear pair)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∠AOC = ∠BOD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Vertically opposite angles are equal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conditional-statements-and-proofs/di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Lines AB and CD meet at 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If-then form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“A number ending in 0 is divisible by 5.”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If a number ends in 0, then it is divisible by 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Converse false: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Converse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If two angles form a linear pair, then they are supplementary.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Converse: supplementary → linear pair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130° and 50° apart: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false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using the proof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Lines AB and CD meet at O and ∠AOC = 55°. Find ∠BOC, ∠BOD and ∠AOD.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∠BOC = 180° − 55°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∠BOD = ∠AOC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55°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∠AOD = ∠BOC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125°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onditional-statements-and-proofs/di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∠AOC = 55°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indirect proof</a:t>
            </a:r>
            <a:endParaRPr lang="en-US" sz="3000" dirty="0"/>
          </a:p>
        </p:txBody>
      </p:sp>
      <p:sp>
        <p:nvSpPr>
          <p:cNvPr id="4" name="Suppose they meet twic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uppose they meet twice image" descr="/tmp/claude-0/-home-claude/7116491e-74ad-5a48-9637-67025fdd7b6d/scratchpad/deck/conditional-statements-and-proofs/indirect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Suppose they meet twic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Suppose l and m also meet at a point Q.</a:t>
            </a:r>
            <a:endParaRPr lang="en-US" sz="1400" dirty="0"/>
          </a:p>
        </p:txBody>
      </p:sp>
      <p:sp>
        <p:nvSpPr>
          <p:cNvPr id="7" name="Contradiction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tradiction image" descr="/tmp/claude-0/-home-claude/7116491e-74ad-5a48-9637-67025fdd7b6d/scratchpad/deck/conditional-statements-and-proofs/indirect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Contradiction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line through P and Q: contradiction.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“The converse is true too”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always; test it separately.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Proving with examples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few examples do not prove a general statement.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Swapping the parts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Antecedent after “if”, consequent after “then”.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Supposing the wrong thing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Suppose the conclusion is false, not the given 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the antecedent: “If a triangle is equilateral, then it is isosceles.”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converse of “If x = 4, then x² = 16.” Is it true?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the converse of “If two angles are right angles, then they are congruent” true?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does an indirect proof begin?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Turn statements round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Conditional Statements and Proofs lesson on the Visual Science &amp; Maths website. Switch each statement to its converse and step through the proofs.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Parallel Lines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ditional-statements-and-proofs/eq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Statements and Proofs</dc:title>
  <dc:subject>Std 9 Mathematics Part II, Chapter 1 Basic Concepts in Geometry</dc:subject>
  <dc:creator>Visual Science &amp; Maths</dc:creator>
  <cp:lastModifiedBy>Visual Science &amp; Maths</cp:lastModifiedBy>
  <cp:revision>1</cp:revision>
  <dcterms:created xsi:type="dcterms:W3CDTF">2026-10-10T00:57:37Z</dcterms:created>
  <dcterms:modified xsi:type="dcterms:W3CDTF">2026-10-10T00:57:37Z</dcterms:modified>
</cp:coreProperties>
</file>