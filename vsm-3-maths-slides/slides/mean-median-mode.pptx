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51c4cf6-9f7c-3fc5-1c37-8fc65b384d7d}">
          <p14:sldIdLst>
            <p14:sldId id="256"/>
            <p14:sldId id="257"/>
          </p14:sldIdLst>
        </p14:section>
        <p14:section name="Key ideas" id="{5d17862f-f34f-59c6-cba1-c865e293d52f}">
          <p14:sldIdLst>
            <p14:sldId id="258"/>
            <p14:sldId id="259"/>
            <p14:sldId id="260"/>
            <p14:sldId id="261"/>
          </p14:sldIdLst>
        </p14:section>
        <p14:section name="Practice" id="{78db4026-89e3-98e3-38a4-1ebd91ae324d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005321d4-7eb8-2816-24dd-9df075e7a5b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find the mean (also from a frequency table), the median for odd and even n, and the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suggest numbers. Each of mean, median and mode is a fair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x̄ = Σxᵢ ÷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arrange in ascending order first. Odd: ((n+1)/2)th. Even: mean of (n/2)th and (n/2 + 1)th.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shoe shop cares about the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41 ÷ 7 ≈ 5.86.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median of an even set need not be one of the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 by N = 30, not by 5 (the number of rows).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Cumulative frequencies 3, 10, 19, 25, 30: the 15th and 16th observations are both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make up data that trips each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6. 2) 7. 3) 7. 4)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find the mean, median and mode of your last ten test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Mean, Median and Mode · Std 9 Maths I Ch.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7 STATISTICS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Mean, Median and Mode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mean-median-mode/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number for the whole class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Seven students scored 12, 15, 8, 17, 15, 10 and 14 out of 20.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single number best describes these marks?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mean-median-mode/ti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support is at 10: the see-saw tips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Mean: the balance point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Mean = sum ÷ number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91 ÷ 7 = 13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data balances at the mean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need not be one of the values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ean-median-mode/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Balanced at 13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Median: the middle value</a:t>
            </a:r>
            <a:endParaRPr lang="en-US" sz="3000" dirty="0"/>
          </a:p>
        </p:txBody>
      </p:sp>
      <p:sp>
        <p:nvSpPr>
          <p:cNvPr id="4" name="Odd n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Odd n image" descr="/tmp/claude-0/-home-claude/7116491e-74ad-5a48-9637-67025fdd7b6d/scratchpad/deck/mean-median-mode/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Odd n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 = 7: the 4th value, 14.</a:t>
            </a:r>
            <a:endParaRPr lang="en-US" sz="1400" dirty="0"/>
          </a:p>
        </p:txBody>
      </p:sp>
      <p:sp>
        <p:nvSpPr>
          <p:cNvPr id="7" name="Even n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Even n image" descr="/tmp/claude-0/-home-claude/7116491e-74ad-5a48-9637-67025fdd7b6d/scratchpad/deck/mean-median-mode/ev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Even n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 = 6: (7 + 9) ÷ 2 = 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Mode: the most frequent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value with the highest frequency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There can be more than one mode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If every value occurs once, no mode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mean-median-mode/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Two modes: 5 and 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far value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mean-median-mode/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2, 3, 3, 4, 4, 5, 20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value 20 pulls the mean but not the median: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≈ 5.86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mean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4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median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With an unusual value, the median often describes the data better.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 three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12, 15, 8, 17, 15, 10, 14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Mean 91 ÷ 7 = 13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Order: 8, 10, 12, 14, 15, 15, 17; median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14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Mode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Even n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4, 9, 11, 6, 15, 7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Order: 4, 6, 7, 9, 11, 15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Median = (7 + 9) ÷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frequency table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Sizes 4, 5, 6, 7, 8 with frequencies 3, 7, 9, 6, 5. Find the mean, median and mode.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Σfx = 12 + 35 + 54 + 42 + 40 = 183</a:t>
            </a:r>
            <a:pPr indent="0" marL="0">
              <a:spcAft>
                <a:spcPts val="800"/>
              </a:spcAft>
              <a:buNone/>
            </a:pP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Mean = 183 ÷ 30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6.1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15th and 16th are 6: median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Highest f = 9: mode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6</a:t>
            </a:r>
            <a:endParaRPr lang="en-US" sz="14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ean-median-mode/sh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Shoe sizes of 30 students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Shoe sizes at a glance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mean-median-mode/sh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Sizes 4 to 8, N = 30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From the frequency table: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183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Σfᵢxᵢ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6.1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mean = 183 ÷ 30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Median and mode are both size 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 sorting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Arrange in order before the median.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middle value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 n: mean of the two middle values.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Frequency as mode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 is the value, not its count.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Dividing by rows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= Σfᵢxᵢ ÷ 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Mean of 4, 7, 10, 3?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Median of 3, 9, 5, 12, 6, 8?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 of 2, 4, 4, 5, 7, 7, 7, 9?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Σfᵢxᵢ = 240 and N = 40. The mean?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Balance the data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Mean, Median and Mode lesson on the Visual Science &amp; Maths website. Drag the dots and watch the balance point, the middle and the tallest stack move.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Next: all maths chapters (end of Part I)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mean-median-mode/sh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Mean, Median and Mode</dc:title>
  <dc:subject>Std 9 Mathematics Part I, Chapter 7 Statistics</dc:subject>
  <dc:creator>Visual Science &amp; Maths</dc:creator>
  <cp:lastModifiedBy>Visual Science &amp; Maths</cp:lastModifiedBy>
  <cp:revision>1</cp:revision>
  <dcterms:created xsi:type="dcterms:W3CDTF">2026-10-10T00:35:52Z</dcterms:created>
  <dcterms:modified xsi:type="dcterms:W3CDTF">2026-10-10T00:35:52Z</dcterms:modified>
</cp:coreProperties>
</file>