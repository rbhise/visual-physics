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2d8e29a-8031-e384-5c17-cbbe9a9be188}">
          <p14:sldIdLst>
            <p14:sldId id="256"/>
            <p14:sldId id="257"/>
          </p14:sldIdLst>
        </p14:section>
        <p14:section name="Key ideas" id="{c7bf2679-948a-c25b-48be-fe1a4aa409dc}">
          <p14:sldIdLst>
            <p14:sldId id="258"/>
            <p14:sldId id="259"/>
            <p14:sldId id="260"/>
            <p14:sldId id="261"/>
          </p14:sldIdLst>
        </p14:section>
        <p14:section name="Practice" id="{ad99664d-f437-952b-11fb-05753eaa8d5c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ff941a45-7f12-dead-7e57-f69c57cf872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add, subtract and multiply polynomials, state the division algorithm, and divide by x − a with synthetic division.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long division on the board first; then show how the table copies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Brackets with a minus in front are the main source of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grid shows like terms in the same 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division of polynomials follows the same steps as long division of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x + 3, a = −3.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by putting x = 1 in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answer in the form Dividend = Divisor × Quotient + Remainder.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0, every later column shifts and the answer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mistakes are only in synthetic division.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4x² − 3x + 3. 2) 5. 3) −4. 4) x³ − x² + 2x + 1.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divide x⁴ − 16 by x − 2 and check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Operations and Synthetic Division · Std 9 Maths I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3 POLYNOMIALS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Operations and Synthetic Division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170187"/>
          </a:xfrm>
          <a:prstGeom prst="roundRect">
            <a:avLst>
              <a:gd name="adj" fmla="val 33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operations-on-polynomials/sy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70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Division without x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divide x³ − 6x² + 11x − 6 by x − 2 you only need the numbers 1, −6, 11, −6 and 2.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a table of numbers do the division?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272481"/>
          </a:xfrm>
          <a:prstGeom prst="roundRect">
            <a:avLst>
              <a:gd name="adj" fmla="val 32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operations-on-polynomials/syn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19932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49777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Bring down, multiply, add…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Add and subtract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Collect like terms: same power of 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Line up x² under x², x under 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 subtract, change every sign, then add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(5x² − 2x + 6) − (3x² + 4x − 1) = 2x² − 6x + 7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221334"/>
          </a:xfrm>
          <a:prstGeom prst="roundRect">
            <a:avLst>
              <a:gd name="adj" fmla="val 329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operations-on-polynomials/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4818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40091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Subtracting: signs of q(x) changed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Multiply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term times every term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xᵐ × xⁿ = xᵐ⁺ⁿ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Then collect like terms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Degree of product = sum of degrees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3091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operations-on-polynomials/m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89939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266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(x + 2)(x² − 3x + 1) = x³ − x² − 5x + 2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Division algorithm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p(x) = s(x) × q(x) + r(x)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Dividend = Divisor × Quotient + Remainder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r(x) = 0, or degree r(x) &lt; degree s(x)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Dividing by x − a leaves a number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221334"/>
          </a:xfrm>
          <a:prstGeom prst="roundRect">
            <a:avLst>
              <a:gd name="adj" fmla="val 329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operations-on-polynomials/sy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48182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40091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Quotient x² − 4x + 3, remainder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Synthetic division by x − a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Coefficients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form, 0 for missing powers. a on the left.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Bring down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the first coefficient below the line.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× a, then add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by a, write under the next, add. Repeat.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Last number: remainder. Others: the quotient.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Subtract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(5x² − 2x + 6) − (3x² + 4x − 1)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5x² − 2x + 6 − 3x² − 4x + 1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2x² − 6x + 7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Multiply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(2x − 3)(x² + x − 2)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2x³ + 2x² − 4x − 3x² − 3x + 6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2x³ − x² − 7x + 6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divide by x + 3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Divide x³ + 2x² − 5x − 4 by x + 3.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−3: 1, −1, −2 | 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Quotient x² − x − 2, remainder 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= (x + 3)(x² − x − 2) + 2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221334"/>
          </a:xfrm>
          <a:prstGeom prst="roundRect">
            <a:avLst>
              <a:gd name="adj" fmla="val 329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operations-on-polynomials/syn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48182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40091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= −3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missing power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323629"/>
          </a:xfrm>
          <a:prstGeom prst="roundRect">
            <a:avLst>
              <a:gd name="adj" fmla="val 314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operations-on-polynomials/sy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2504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50320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(2x³ − 5x + 7) ÷ (x + 2)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There is no x² term, so its coefficient is 0: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2, 0, −5, 7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coefficients</a:t>
            </a:r>
            <a:endParaRPr lang="en-US" sz="20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remainder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Quotient 2x² − 4x + 3.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Skipping a power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0 for a missing term.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+3 for x + 3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a = −3.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sign changed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−(x² + 2x − 4) = −x² − 2x + 4.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Multiplying degrees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Degrees add in a product.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(3x² + x − 2) and (x² − 4x + 5).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degree of (x² + 1)(x³ − 2).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Dividing by x + 4, which number goes on the left?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Quotient x² + 2, remainder 3, divisor x − 1. Find p(x).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Fill the table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Operations and Synthetic Division lesson on the Visual Science &amp; Maths website. Watch every cell of the table fill.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Remainder and factor theorems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06188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operations-on-polynomials/m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and Synthetic Division</dc:title>
  <dc:subject>Std 9 Mathematics Part I, Chapter 3 Polynomials</dc:subject>
  <dc:creator>Visual Science &amp; Maths</dc:creator>
  <cp:lastModifiedBy>Visual Science &amp; Maths</cp:lastModifiedBy>
  <cp:revision>1</cp:revision>
  <dcterms:created xsi:type="dcterms:W3CDTF">2026-10-08T11:32:25Z</dcterms:created>
  <dcterms:modified xsi:type="dcterms:W3CDTF">2026-10-08T11:32:25Z</dcterms:modified>
</cp:coreProperties>
</file>