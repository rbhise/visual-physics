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bd6ac8-8148-8a19-4f1d-63ba6bffb0af}">
          <p14:sldIdLst>
            <p14:sldId id="256"/>
            <p14:sldId id="257"/>
          </p14:sldIdLst>
        </p14:section>
        <p14:section name="Key ideas" id="{a7b4c7c4-bf13-4fb3-a638-5de37905fcb3}">
          <p14:sldIdLst>
            <p14:sldId id="258"/>
            <p14:sldId id="259"/>
            <p14:sldId id="260"/>
            <p14:sldId id="261"/>
          </p14:sldIdLst>
        </p14:section>
        <p14:section name="Practice" id="{138e932d-e021-5f80-0e25-1ed05b968f6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5f96c4e-731a-71d3-793f-87be21ecaa2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the remainder theorem, the factor theorem, and factorise a cubic.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do the division, then show that p(1) gives the same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graph, the remainder is the height of the curve above x =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 theorem is the remainder theorem with remainder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polynomial, two divisors.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x³ − x² − 10x − 8: p(1) = −18, p(−1) = 0, quotient x² − 2x − 8 = (x − 4)(x + 2).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use p(a) without any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by multiplying the factors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simulation's “Find a factor” button tries the divisors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mistake would give each wrong answer in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2. 2) When p(3) = 0. 3) 1. 4) x 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factorise x³ − 6x² + 11x − 6 and check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Remainder and Factor Theorems · Std 9 Maths 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3 POLYNOMIALS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Remainder and Factor Theorems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3066990"/>
          </a:xfrm>
          <a:prstGeom prst="roundRect">
            <a:avLst>
              <a:gd name="adj" fmla="val 2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emainder-and-factor-theorems/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993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three-second remainder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Divide x³ − 4x² + x + 6 by x − 1. The table takes a minute.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you find the remainder in three seconds?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213031"/>
          </a:xfrm>
          <a:prstGeom prst="roundRect">
            <a:avLst>
              <a:gd name="adj" fmla="val 227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emainder-and-factor-theorems/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313987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43832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p(1) = 1 − 4 + 1 + 6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Remainder theorem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remainder = p(a)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When p(x) is divided by x −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p(x) = (x − a)q(x) + 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Put x = a: p(a) = 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x + a, find p(−a)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314001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emainder-and-factor-theorems/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306685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31958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Remainder 4 = p(1)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Factor theorem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p(a) = 0, x − a is a factor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x − a is a factor, p(a) =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is then a zero of p(x)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graph meets the x-axis at a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314001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remainder-and-factor-theorems/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306685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431958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p(2) = 0: x − 2 is a factor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Remainder or factor?</a:t>
            </a:r>
            <a:endParaRPr lang="en-US" sz="3000" dirty="0"/>
          </a:p>
        </p:txBody>
      </p:sp>
      <p:sp>
        <p:nvSpPr>
          <p:cNvPr id="4" name="a = 1 image frame"/>
          <p:cNvSpPr/>
          <p:nvPr/>
        </p:nvSpPr>
        <p:spPr>
          <a:xfrm>
            <a:off x="657462" y="1060704"/>
            <a:ext cx="362283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 = 1 image" descr="/tmp/claude-0/-home-claude/7116491e-74ad-5a48-9637-67025fdd7b6d/scratchpad/deck/remainder-and-factor-theorems/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38" y="1097280"/>
            <a:ext cx="3549684" cy="2834640"/>
          </a:xfrm>
          <a:prstGeom prst="rect">
            <a:avLst/>
          </a:prstGeom>
        </p:spPr>
      </p:pic>
      <p:sp>
        <p:nvSpPr>
          <p:cNvPr id="6" name="a = 1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Remainder 4: x − 1 is not a factor.</a:t>
            </a:r>
            <a:endParaRPr lang="en-US" sz="1400" dirty="0"/>
          </a:p>
        </p:txBody>
      </p:sp>
      <p:sp>
        <p:nvSpPr>
          <p:cNvPr id="7" name="a = 2 image frame"/>
          <p:cNvSpPr/>
          <p:nvPr/>
        </p:nvSpPr>
        <p:spPr>
          <a:xfrm>
            <a:off x="4863702" y="1060704"/>
            <a:ext cx="362283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 = 2 image" descr="/tmp/claude-0/-home-claude/7116491e-74ad-5a48-9637-67025fdd7b6d/scratchpad/deck/remainder-and-factor-theorems/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78" y="1097280"/>
            <a:ext cx="3549684" cy="2834640"/>
          </a:xfrm>
          <a:prstGeom prst="rect">
            <a:avLst/>
          </a:prstGeom>
        </p:spPr>
      </p:pic>
      <p:sp>
        <p:nvSpPr>
          <p:cNvPr id="9" name="a = 2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Remainder 0: x − 2 is a factor.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Factorising a cubic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±1, ±2…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Try divisors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constant term, until p(a) = 0.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÷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Divide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 x − a with synthetic division.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( )( )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Factorise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quadratic quotient, by splitting the middle term.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Remainder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x⁴ − 3x² + 2x + 5 ÷ (x − 1)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p(1) = 1 − 3 + 2 + 5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Remainder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Unknown coefficient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 − 2 is a factor of x³ + kx² − 4x − 8. Find k.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p(2) = 8 + 4k − 8 − 8 = 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4k = 8,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k =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factorise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Factorise x³ − 2x² − 5x + 6.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p(1) = 0, so x − 1 is a factor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Quotient x² − x − 6 = (x − 3)(x + 2)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(x − 1)(x + 2)(x − 3)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314001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emainder-and-factor-theorems/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306685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31958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p(1) =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 a factor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57076" y="1106424"/>
            <a:ext cx="4023607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remainder-and-factor-theorems/f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652" y="1143000"/>
            <a:ext cx="3950455" cy="315468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407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x³ − x² − 10x − 8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a = 1: remainder −18. Try a = −1: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remainder at a = −1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x + 1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 a factor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So x³ − x² − 10x − 8 = (x + 1)(x + 2)(x − 4).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sign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x + 2, find p(−2).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p(a) gives the quotient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gives only the remainder.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factor only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Factorise the quotient too.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Random guesses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 divisors of the constant term.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Remainder when x³ + 2x − 1 is divided by x − 1?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is x − 3 a factor of p(x)?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Remainder when x² + 5x + 7 is divided by x + 2?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a factor of x³ − 7x + 6: x + 1, x − 1, x + 2 or x − 3?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Hunt for factors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Remainder and Factor Theorems lesson on the Visual Science &amp; Maths website. Press “Find a factor” and watch the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Ratio and Proportion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3066990"/>
          </a:xfrm>
          <a:prstGeom prst="roundRect">
            <a:avLst>
              <a:gd name="adj" fmla="val 2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emainder-and-factor-theorems/f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9938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Remainder and Factor Theorems</dc:title>
  <dc:subject>Std 9 Mathematics Part I, Chapter 3 Polynomials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