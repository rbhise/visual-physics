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2c8308f-0765-962a-00bb-976d3506e9d4}">
          <p14:sldIdLst>
            <p14:sldId id="256"/>
            <p14:sldId id="257"/>
          </p14:sldIdLst>
        </p14:section>
        <p14:section name="Key ideas" id="{7a3417b0-4eb5-cd20-180f-fbca5fa29eec}">
          <p14:sldIdLst>
            <p14:sldId id="258"/>
            <p14:sldId id="259"/>
            <p14:sldId id="260"/>
            <p14:sldId id="261"/>
          </p14:sldIdLst>
        </p14:section>
        <p14:section name="Practice" id="{d86a573e-aefb-e469-ad8b-15c89713456b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b8ca6d14-3f80-edeb-5a9c-6fe8b49ab94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find the surface area and volume of a sphere, and the curved surface area, total surface area and volume of a hemisphere.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activity with a small ball and thick string if time allows. The answer is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 always has r squared, so the units are cm².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Archimedes was so proud of this 2 : 3 result that he asked for it on his tombstone.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students can say why the total is 3πr² and not 4πr² ÷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textbook activity with sand: a cone whose height equals its radius.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Halve the diameter first. 22/7 × 10.5 = 33 makes the arithmetic easy.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second example, divide by 4 × 3.14 = 12.56.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in the simulation: a sphere with r = 5 has surface area 314 cm², and with r = 10 it has 1256 cm² (π = 3.14).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formula has which units before they calculate.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 × 22/7 × 49 = 616 cm². 2) 3πr². 3) 2 × 3.14 × 100 = 628 cm². 4) 8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find the surface area and volume of a ball you have at home (measure its diameter with two books and a ruler).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Spheres and Hemispheres · Std 9 Maths II Ch.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9 SURFACE AREA AND VOLUME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Spheres and Hemispheres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pheres-and-hemispheres/sph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Wrap a ball in string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Wind string round a ball until it is covered. Then use the same string to fill circles as wide as the ball.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many circles does the string fill?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pheres-and-hemispheres/circles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Two and a half circles so far…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Surface area of a sphere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S = 4πr²</a:t>
            </a:r>
            <a:endParaRPr lang="en-US" sz="26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string fills 4 circles of radius 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circle has area πr²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 = 7 cm: 4 × 154 = 616 cm² (π = 22/7)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pheres-and-hemispheres/cir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Four circles of radius 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Volume of a sphere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V = ⁴⁄₃πr³</a:t>
            </a:r>
            <a:endParaRPr lang="en-US" sz="26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sphere fits a cylinder of radius r, height 2r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Cylinder volume = 2πr³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Sphere = ⅔ of it = ⁴⁄₃πr³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pheres-and-hemispheres/sphCy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Sphere : cylinder = 2 : 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Hemisphere: half a sphere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2πr²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Curved surface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Half of 4πr². A bowl has only this.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3πr²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Solid hemisphere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Curved 2πr² plus the flat circle πr².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⅔πr³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Volume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Half of ⁴⁄₃πr³.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conefuls fill a hemisphere</a:t>
            </a:r>
            <a:endParaRPr lang="en-US" sz="3000" dirty="0"/>
          </a:p>
        </p:txBody>
      </p:sp>
      <p:sp>
        <p:nvSpPr>
          <p:cNvPr id="4" name="One coneful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One coneful image" descr="/tmp/claude-0/-home-claude/7116491e-74ad-5a48-9637-67025fdd7b6d/scratchpad/deck/spheres-and-hemispheres/hemiFill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One coneful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Cone with h = r holds ⅓πr³ = 226.08 cm³ (r = 6, π = 3.14).</a:t>
            </a:r>
            <a:endParaRPr lang="en-US" sz="1400" dirty="0"/>
          </a:p>
        </p:txBody>
      </p:sp>
      <p:sp>
        <p:nvSpPr>
          <p:cNvPr id="7" name="Two conefuls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Two conefuls image" descr="/tmp/claude-0/-home-claude/7116491e-74ad-5a48-9637-67025fdd7b6d/scratchpad/deck/spheres-and-hemispheres/hemiFi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Two conefuls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× ⅓πr³ = ⅔πr³ = 452.16 cm³: the hemisphere is full.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football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ball has diameter 21 cm. Find its surface area and volume (π = 22/7).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 = 10.5 cm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 × 22/7 × 10.5²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1386 cm²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⁴⁄₃ × 22/7 × 10.5³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4851 cm³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spheres-and-hemispheres/sph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Diameter 21 cm, so r = 10.5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Solid hemisphere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r = 6 cm (π = 3.14). Find curved SA, total SA and volume.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× 3.14 × 36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226.08 cm²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 × 3.14 × 36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339.12 cm²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⅔ × 3.14 × 216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452.16 cm³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Radius from the surface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sphere has surface area 1256 cm² (π = 3.14). Find r.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12.56 r² = 1256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r² = 100,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r = 10 cm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Double the radius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spheres-and-hemispheres/he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Solid hemisphere, r = 6 cm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happens when r becomes 2r?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× 4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surface area (r²)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× 8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volume (r³)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2² = 4 and 2³ = 8. This is true for every solid in this chapter.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Diameter as radius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21 cm ball: r = 10.5 cm.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r² or r³ mixed up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Surface: r², cm². Volume: r³, cm³.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2πr² for a solid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Solid hemisphere: 3πr². Bowl: 2πr².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⅓πr³ for a hemisphere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Half of ⁴⁄₃πr³ is ⅔πr³.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sphere has radius 7 cm. Find its surface area (π = 22/7).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the total surface area of a solid hemisphere of radius r.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curved surface area of a hemisphere of radius 10 cm (π = 3.14).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radius of a sphere is doubled. How many times larger is its volume?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Wind and pour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Spheres and Hemispheres lesson on the Visual Science &amp; Maths website. Wind the string onto four circles and pour two conefuls into the hemisphere.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the Surface Area and Volume chapter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pheres-and-hemispheres/cir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Spheres and Hemispheres</dc:title>
  <dc:subject>Std 9 Mathematics Part II, Chapter 9 Surface Area and Volume</dc:subject>
  <dc:creator>Visual Science &amp; Maths</dc:creator>
  <cp:lastModifiedBy>Visual Science &amp; Maths</cp:lastModifiedBy>
  <cp:revision>1</cp:revision>
  <dcterms:created xsi:type="dcterms:W3CDTF">2026-10-10T01:12:14Z</dcterms:created>
  <dcterms:modified xsi:type="dcterms:W3CDTF">2026-10-10T01:12:14Z</dcterms:modified>
</cp:coreProperties>
</file>