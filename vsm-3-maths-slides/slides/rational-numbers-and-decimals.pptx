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bb3790-7e9e-ddbd-8f9b-608e170fdc75}">
          <p14:sldIdLst>
            <p14:sldId id="256"/>
            <p14:sldId id="257"/>
          </p14:sldIdLst>
        </p14:section>
        <p14:section name="Key ideas" id="{4b89aa8f-0554-b361-0b1b-1e217d939086}">
          <p14:sldIdLst>
            <p14:sldId id="258"/>
            <p14:sldId id="259"/>
            <p14:sldId id="260"/>
            <p14:sldId id="261"/>
          </p14:sldIdLst>
        </p14:section>
        <p14:section name="Practice" id="{6fd3c09b-6b79-8be3-6b08-9b02189cc3f0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77e3ad52-e077-8842-7961-4f407f1ed25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know the properties of rational numbers, can tell from the denominator whether a decimal terminates, and can turn a recurring decimal into p/q.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do both divisions by hand first. Ask them to write down every remainder.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 of rational numbers is written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multiplication distributes over addition, a(b + c) = ab + 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write the repeating block once with a bar over it. Some books put a dot over the repeating digit.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cancel first: 21/28 = 3/4 terminates even though 28 has the factor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100 because the repeating block has 2 digits.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move the non-repeating digits past the point, then one whole block more.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check every answer by dividing back in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make up their own example of each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9/40 (40 = 2³ × 5). 2) 4/9. 3) 0.4545…, block 45. 4) Commutative property of addition.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find a fraction whose repeating block has 6 digits, and explain why it cannot be longer than q − 1.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Rational Numbers and Decimals · Std 9 Maths I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2 REAL NUMBERS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Rational Numbers and Decimals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878189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rational-numbers-and-decimals/s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50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does it never stop?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 ÷ 8 = 0.125 and the division stops. 1 ÷ 6 = 0.1666… and it goes on for ever.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do some fractions stop and others repeat?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3015020"/>
          </a:xfrm>
          <a:prstGeom prst="roundRect">
            <a:avLst>
              <a:gd name="adj" fmla="val 242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rational-numbers-and-decimals/six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94186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24031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1/6: the remainder 4 comes back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Rational numbers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p/q,  q ≠ 0</a:t>
            </a:r>
            <a:endParaRPr lang="en-US" sz="26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 and q are integers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integer is rational: −4 = −4/1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Lowest terms: no common factor in p and q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Sum, difference, product and quotient (by a non-zero number) are rational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946605"/>
          </a:xfrm>
          <a:prstGeom prst="roundRect">
            <a:avLst>
              <a:gd name="adj" fmla="val 248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rational-numbers-and-decimals/eigh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3453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412618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7/8 = 0.875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Properties of rational numbers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Property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Addition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Multiplication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Commutative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+ b = b + a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× b = b × a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Associative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(a + b) + c = a + (b + c)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(a × b) × c = a × (b × c)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Identity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+ 0 = a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× 1 = a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Inverse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+ (−a) = 0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× 1/a = 1  (a ≠ 0)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kinds of decimal</a:t>
            </a:r>
            <a:endParaRPr lang="en-US" sz="3000" dirty="0"/>
          </a:p>
        </p:txBody>
      </p:sp>
      <p:sp>
        <p:nvSpPr>
          <p:cNvPr id="4" name="Terminating image frame"/>
          <p:cNvSpPr/>
          <p:nvPr/>
        </p:nvSpPr>
        <p:spPr>
          <a:xfrm>
            <a:off x="538001" y="1060704"/>
            <a:ext cx="3861757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Terminating image" descr="/tmp/claude-0/-home-claude/7116491e-74ad-5a48-9637-67025fdd7b6d/scratchpad/deck/rational-numbers-and-decimals/eigh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577" y="1097280"/>
            <a:ext cx="3788605" cy="2834640"/>
          </a:xfrm>
          <a:prstGeom prst="rect">
            <a:avLst/>
          </a:prstGeom>
        </p:spPr>
      </p:pic>
      <p:sp>
        <p:nvSpPr>
          <p:cNvPr id="6" name="Terminating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7/8 = 0.875: the remainder reaches 0.</a:t>
            </a:r>
            <a:endParaRPr lang="en-US" sz="1400" dirty="0"/>
          </a:p>
        </p:txBody>
      </p:sp>
      <p:sp>
        <p:nvSpPr>
          <p:cNvPr id="7" name="Non-terminating recurring image frame"/>
          <p:cNvSpPr/>
          <p:nvPr/>
        </p:nvSpPr>
        <p:spPr>
          <a:xfrm>
            <a:off x="4744241" y="1060704"/>
            <a:ext cx="3861757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Non-terminating recurring image" descr="/tmp/claude-0/-home-claude/7116491e-74ad-5a48-9637-67025fdd7b6d/scratchpad/deck/rational-numbers-and-decimals/sev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817" y="1097280"/>
            <a:ext cx="3788605" cy="2834640"/>
          </a:xfrm>
          <a:prstGeom prst="rect">
            <a:avLst/>
          </a:prstGeom>
        </p:spPr>
      </p:pic>
      <p:sp>
        <p:nvSpPr>
          <p:cNvPr id="9" name="Non-terminating recurring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3/7 = 0.428571428571…: the block repeats.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denominator decides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0 … q−1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Only q remainders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 within q steps the remainder is 0 or one comes back.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2s, 5s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Terminating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lowest terms, q has no prime factor other than 2 and 5.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3, 7, …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Recurring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 has any other prime factor: the digits repeat.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Decide without dividing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Do 13/40 and 7/30 terminate?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40 = 2³ × 5 →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13/40 = 0.325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30 = 2 × 3 × 5 →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7/30 = 0.2333… recurs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block of two digits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0.727272… as p/q.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100x − x = 72, so 99x = 72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= 72/99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8/11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digits before the block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0.58333… as p/q.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100x = 58.333…, 1000x = 583.333…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900x = 525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= 525/900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7/12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46605"/>
          </a:xfrm>
          <a:prstGeom prst="roundRect">
            <a:avLst>
              <a:gd name="adj" fmla="val 248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rational-numbers-and-decimals/bac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34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26181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1000x − 100x: the tails cancel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Recurring decimal to p/q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3083436"/>
          </a:xfrm>
          <a:prstGeom prst="roundRect">
            <a:avLst>
              <a:gd name="adj" fmla="val 237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rational-numbers-and-decimals/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3010284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2630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0.3636… = 36/99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Let x = 0.3636… Multiply by 100 so the tails line up: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99x = 36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after subtracting</a:t>
            </a:r>
            <a:endParaRPr lang="en-US" sz="22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4/11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 lowest terms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Check: 4 ÷ 11 = 0.3636… ✓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 cancelling first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21/28 = 3/4 terminates.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Bar in the wrong place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0.1666…: the bar goes on the 6 only.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Always multiplying by 10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100 for a 2-digit block, 1000 for 3.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“Long means irrational”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1/17 repeats after 16 digits. Every p/q recurs or stops.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has a terminating decimal: 5/12, 9/40, 4/15 or 2/3?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0.444… as p/q.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decimal form of 5/11?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2/3 + 1/5 = 1/5 + 2/3 shows which property?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Watch the remainders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Rational Numbers and Decimals lesson on the Visual Science &amp; Maths website. Choose any p/q and watch the remainder wheel.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Irrational and real numbers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878189"/>
          </a:xfrm>
          <a:prstGeom prst="roundRect">
            <a:avLst>
              <a:gd name="adj" fmla="val 254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rational-numbers-and-decimals/six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50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Rational Numbers and Decimals</dc:title>
  <dc:subject>Std 9 Mathematics Part I, Chapter 2 Real Numbers</dc:subject>
  <dc:creator>Visual Science &amp; Maths</dc:creator>
  <cp:lastModifiedBy>Visual Science &amp; Maths</cp:lastModifiedBy>
  <cp:revision>1</cp:revision>
  <dcterms:created xsi:type="dcterms:W3CDTF">2026-10-08T11:32:25Z</dcterms:created>
  <dcterms:modified xsi:type="dcterms:W3CDTF">2026-10-08T11:32:25Z</dcterms:modified>
</cp:coreProperties>
</file>