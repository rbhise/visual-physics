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b50f10b-2864-2d60-6050-730b3a548efe}">
          <p14:sldIdLst>
            <p14:sldId id="256"/>
            <p14:sldId id="257"/>
          </p14:sldIdLst>
        </p14:section>
        <p14:section name="Key ideas" id="{aff74093-65b7-d172-1920-c349aae7279e}">
          <p14:sldIdLst>
            <p14:sldId id="258"/>
            <p14:sldId id="259"/>
            <p14:sldId id="260"/>
            <p14:sldId id="261"/>
          </p14:sldIdLst>
        </p14:section>
        <p14:section name="Practice" id="{d4d63aef-0bf6-0d3c-d88f-7a1cc1ce8f80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0f6b0a7-3bb8-5509-4fbd-43f12c386a8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order of a surd, simplify, compare and operate on quadratic surds, and rationalise denominators, including with a conjugate.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small square has side √2, and there are 6 along each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Std 9 we work only with quadratic surds.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surds have the same number under the root in simplest form: √20 = 2√5 and 3√5 are like surds.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works because both numbers are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(√a + √b)(√a − √b) = a − b, so a conjugate pair always has a rational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Simplify every surd before deciding whether they are like surds.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(√7 − √3)² = 7 − 2√21 + 3.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moves a strip of the square to form the rectangle (A + B)(A −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the first mistake with numbers: it is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3. 2) 7√2. 3) 2√7 (28 &gt; 27). 4) 4 − √3; the product is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rationalise 1/(3 + √7) and check the value with a calculator.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Surds and Rationalising · Std 9 Maths I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2 REAL NUMBERS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Surds and Rationalising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42188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urds/s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69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Tidying √72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square of area 72 can be cut into 36 small squares, each of area 2.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 how long is its side?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67507"/>
          </a:xfrm>
          <a:prstGeom prst="roundRect">
            <a:avLst>
              <a:gd name="adj" fmla="val 264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urds/s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9435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9280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√72 = √(36 × 2) = 6√2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Surds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ⁿ√a irrational → surd of order n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is a positive rational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∛7 has order 3; √5 has order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Order 2: a quadratic surd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√64 = 8 is not a surd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Simplest form: take out square factors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urds/s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169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√64 = 8: rational, not a surd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Operations on surds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Operation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Rule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Add, subtract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like surds only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3√2 + 5√2 = 8√2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Simplify first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√ab = √a × √b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√50 − √18 = 2√2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Multiply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√a × √b = √ab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√6 × √15 = 3√10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Divide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√a ÷ √b = √(a/b)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√45 ÷ √5 = 3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Comparing surds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Square both surds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bigger square is the bigger surd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(4√3)² = 48, (3√5)² = 45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4√3 &gt; 3√5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urds/c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3169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Areas 48 and 45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Rationalising the denominator</a:t>
            </a:r>
            <a:endParaRPr lang="en-US" sz="3000" dirty="0"/>
          </a:p>
        </p:txBody>
      </p:sp>
      <p:sp>
        <p:nvSpPr>
          <p:cNvPr id="4" name="Factor √r image frame"/>
          <p:cNvSpPr/>
          <p:nvPr/>
        </p:nvSpPr>
        <p:spPr>
          <a:xfrm>
            <a:off x="597504" y="1060704"/>
            <a:ext cx="3742752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Factor √r image" descr="/tmp/claude-0/-home-claude/7116491e-74ad-5a48-9637-67025fdd7b6d/scratchpad/deck/surds/ra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80" y="1097280"/>
            <a:ext cx="3669600" cy="2514600"/>
          </a:xfrm>
          <a:prstGeom prst="rect">
            <a:avLst/>
          </a:prstGeom>
        </p:spPr>
      </p:pic>
      <p:sp>
        <p:nvSpPr>
          <p:cNvPr id="6" name="Factor √r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6/√8 = 6/(2√2) = 6√2/4 = 3√2/2</a:t>
            </a:r>
            <a:endParaRPr lang="en-US" sz="1400" dirty="0"/>
          </a:p>
        </p:txBody>
      </p:sp>
      <p:sp>
        <p:nvSpPr>
          <p:cNvPr id="7" name="Conjugate image frame"/>
          <p:cNvSpPr/>
          <p:nvPr/>
        </p:nvSpPr>
        <p:spPr>
          <a:xfrm>
            <a:off x="4803744" y="1060704"/>
            <a:ext cx="3742752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jugate image" descr="/tmp/claude-0/-home-claude/7116491e-74ad-5a48-9637-67025fdd7b6d/scratchpad/deck/surds/ra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320" y="1097280"/>
            <a:ext cx="3669600" cy="2514600"/>
          </a:xfrm>
          <a:prstGeom prst="rect">
            <a:avLst/>
          </a:prstGeom>
        </p:spPr>
      </p:pic>
      <p:sp>
        <p:nvSpPr>
          <p:cNvPr id="9" name="Conjugate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1/(√6 + √2) = (√6 − √2)/4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Multiply top and bottom by the same rationalising factor.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Simplify and add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√50 + √32 − √8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5√2 + 4√2 − 2√2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7√2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5√2 or 3√6?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Squares: 50 and 54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3√6 is greater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conjugate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Rationalise (√7 − √3)/(√7 + √3).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× (√7 − √3) top and bottom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Bottom: 7 − 3 = 4; top: 10 − 2√21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(5 − √21)/2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urds/ra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169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(√7)² − (√3)²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 conjugate works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30167"/>
          </a:xfrm>
          <a:prstGeom prst="roundRect">
            <a:avLst>
              <a:gd name="adj" fmla="val 25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urds/ra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5701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00974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(A + B)(A − B) = A² − B²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Squaring each term removes the surds: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6 − 2 = 4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(√6)² − (√2)²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25 − 24 = 1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5² − (2√6)²</a:t>
            </a:r>
            <a:endParaRPr lang="en-US" sz="20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So 3/(5 + 2√6) = 15 − 6√6.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√(a + b) = √a + √b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√(9 + 16) = 5, not 7.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√2 + √3 = √5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like surds combine.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Same sign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2 + √3 use 2 − √3.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Only the bottom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the numerator too.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order of the surd ∛10.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√98 in simplest form.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greater: 2√7 or 3√3?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a rationalising factor of 4 + √3.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Clear the denominator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Surds lesson on the Visual Science &amp; Maths website. Simplify, compare and rationalise step by step.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Polynomials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42188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urds/ra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69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Surds and Rationalising</dc:title>
  <dc:subject>Std 9 Mathematics Part I, Chapter 2 Real Numbers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