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216bcc6-e68f-d44b-5718-46cc56c546ee}">
          <p14:sldIdLst>
            <p14:sldId id="256"/>
            <p14:sldId id="257"/>
          </p14:sldIdLst>
        </p14:section>
        <p14:section name="Key ideas" id="{61dd32c6-73ad-0b3d-9e04-67691554fa2d}">
          <p14:sldIdLst>
            <p14:sldId id="258"/>
            <p14:sldId id="259"/>
            <p14:sldId id="260"/>
            <p14:sldId id="261"/>
          </p14:sldIdLst>
        </p14:section>
        <p14:section name="Practice" id="{d4e1509e-cfe1-ae5a-95b1-513fe32aca42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550ba425-bdd4-b626-f49d-fdeacc6415b0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choose a scale and draw and read double, subdivided and percentage bar graphs.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 B and Div D both have 25 girls, but D has a larger share. Raw numbers can mislead.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the scale so the tallest bar fits the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subdivided bar the second part sits on top of the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 A: 24 ÷ 40 × 100 = 60% boys.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which graph answers the hook question best (percentage).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that the two percentages add up to 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values by drawing a line from the bar top across to the Y-axis.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÷ 45 × 100 ≈ 55.6%; 25 ÷ 40 × 100 = 62.5%.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badly drawn graph and let students find the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100. 2) 60%. 3) Subdivided bar graph. 4)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collect boys/girls counts for three classes and draw all three graphs.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Bar Graphs · Std 9 Maths I Ch. 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 · CH. 7 STATISTICS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Bar Graphs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bar-graphs/dou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Which division has more girls?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Div A: 24 boys, 16 girls. Div B: 20 boys, 25 girls. Div C: 30 and 20. Div D: 15 and 25.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Which division has the largest share of girls?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25317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bar-graphs/p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45216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750613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Div D: 62.5% girls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Axes and scale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Groups on the X-axis, quantities on the Y-axis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Scale: e.g. 1 division = 10 students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Start at 0, equal steps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Equal bar widths and equal gaps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bar-graphs/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 division = 10 quintals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Double and subdivided</a:t>
            </a:r>
            <a:endParaRPr lang="en-US" sz="3000" dirty="0"/>
          </a:p>
        </p:txBody>
      </p:sp>
      <p:sp>
        <p:nvSpPr>
          <p:cNvPr id="4" name="Double image frame"/>
          <p:cNvSpPr/>
          <p:nvPr/>
        </p:nvSpPr>
        <p:spPr>
          <a:xfrm>
            <a:off x="42062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Double image" descr="/tmp/claude-0/-home-claude/7116491e-74ad-5a48-9637-67025fdd7b6d/scratchpad/deck/bar-graphs/dou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9192"/>
          </a:xfrm>
          <a:prstGeom prst="rect">
            <a:avLst/>
          </a:prstGeom>
        </p:spPr>
      </p:pic>
      <p:sp>
        <p:nvSpPr>
          <p:cNvPr id="6" name="Double text"/>
          <p:cNvSpPr txBox="1"/>
          <p:nvPr/>
        </p:nvSpPr>
        <p:spPr>
          <a:xfrm>
            <a:off x="45720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Two bars side by side: compare within a group.</a:t>
            </a:r>
            <a:endParaRPr lang="en-US" sz="1400" dirty="0"/>
          </a:p>
        </p:txBody>
      </p:sp>
      <p:sp>
        <p:nvSpPr>
          <p:cNvPr id="7" name="Subdivided image frame"/>
          <p:cNvSpPr/>
          <p:nvPr/>
        </p:nvSpPr>
        <p:spPr>
          <a:xfrm>
            <a:off x="462686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Subdivided image" descr="/tmp/claude-0/-home-claude/7116491e-74ad-5a48-9637-67025fdd7b6d/scratchpad/deck/bar-graphs/subdi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9192"/>
          </a:xfrm>
          <a:prstGeom prst="rect">
            <a:avLst/>
          </a:prstGeom>
        </p:spPr>
      </p:pic>
      <p:sp>
        <p:nvSpPr>
          <p:cNvPr id="9" name="Subdivided text"/>
          <p:cNvSpPr txBox="1"/>
          <p:nvPr/>
        </p:nvSpPr>
        <p:spPr>
          <a:xfrm>
            <a:off x="466344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bar = the total, divided into parts.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Percentage bar graph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part ÷ total × 100</a:t>
            </a:r>
            <a:endParaRPr lang="en-US" sz="22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bar is 100 units tall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part is a percentage of its own group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Compares groups of different sizes fairly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bar-graphs/p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395138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Div B: 44.4% boys, 55.6% girls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Which graph when?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Double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two quantities in each group.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824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Subdivided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Show the total and its parts.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28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Percentage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shares when totals differ.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Choosing a scale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Crop totals: 100, 120, 120, 120 quintals.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Tallest bar 120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division = 20: 6 divisions; = 10: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12 divisions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Percentages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Div B: 20 boys, 25 girls.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20 ÷ 45 × 100 ≈ 44.4%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25 ÷ 45 × 100 ≈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55.6%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reading a graph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On Tuesday the mango bar reaches 20 and the banana bar 60. How many more bananas, and how many in all?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60 − 20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40 dozen more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60 + 20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80 dozen in all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bar-graphs/fru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Mangoes and bananas sold (dozen)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Same data, fair comparison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bar-graphs/p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09192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761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Percentage bar graph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Div B and Div D both have 25 girls: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55.6%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girls in Div B (25 of 45)</a:t>
            </a:r>
            <a:endParaRPr lang="en-US" sz="24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62.5%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girls in Div D (25 of 40)</a:t>
            </a:r>
            <a:endParaRPr lang="en-US" sz="24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Equal numbers, different shares: the percentage graph shows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Uneven scale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 at 0 and rise in equal steps.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Second part from 0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 a subdivided bar it sits on the first.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Grand total for %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Divide by the group's own total.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Unequal widths or gaps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the height changes.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a percentage bar graph, how tall is every bar?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18 boys and 27 girls: girls' percentage?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graph shows the total and its parts in one bar?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Largest value 84, 1 division = 10: how many divisions at least?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Draw it three ways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Bar Graphs lesson on the Visual Science &amp; Maths website. Switch the same data between double, subdivided and percentage graphs.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Frequency tables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bar-graphs/subdi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 Graphs</dc:title>
  <dc:subject>Std 9 Mathematics Part I, Chapter 7 Statistics</dc:subject>
  <dc:creator>Visual Science &amp; Maths</dc:creator>
  <cp:lastModifiedBy>Visual Science &amp; Maths</cp:lastModifiedBy>
  <cp:revision>1</cp:revision>
  <dcterms:created xsi:type="dcterms:W3CDTF">2026-10-10T00:35:52Z</dcterms:created>
  <dcterms:modified xsi:type="dcterms:W3CDTF">2026-10-10T00:35:52Z</dcterms:modified>
</cp:coreProperties>
</file>