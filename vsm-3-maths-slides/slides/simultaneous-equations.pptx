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4c651b2-e58e-e89b-3662-26d90cfa2d09}">
          <p14:sldIdLst>
            <p14:sldId id="256"/>
            <p14:sldId id="257"/>
          </p14:sldIdLst>
        </p14:section>
        <p14:section name="Key ideas" id="{7d8d61e3-1702-9d2d-d4e2-b32a17ea4385}">
          <p14:sldIdLst>
            <p14:sldId id="258"/>
            <p14:sldId id="259"/>
            <p14:sldId id="260"/>
            <p14:sldId id="261"/>
          </p14:sldIdLst>
        </p14:section>
        <p14:section name="Practice" id="{e42d8a56-8d5f-80ea-7774-50161099a7d4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02539e8c-a6c2-fc24-ada9-ecfd1ab1eaf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solve a pair of linear equations by elimination and by substitution, and check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crossing point is the only point on both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signs: subtract. Opposite signs: add.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each new equation on its own line, as in the simulation's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the variable with coefficient 1 to avoid fractions.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both equations describe the same line, there are infinitely many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each answer in both original equations.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Brackets matter: 2(2x − 1) = 4x − 2.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Checking takes ten seconds and catches most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explain the first rule using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x = 6, y = 4. 2) Add. 3) Where the two lines cross. 4) None: the lines are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questions, checked with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Solving Simultaneous Equations · Std 9 Maths I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5 LINEAR EQUATIONS IN TWO VARIABLES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Solving Simultaneous Equations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879893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imultaneous-equations/el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67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clues, one answer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x + y = 4 has endless solutions. So does 2x − 5y = 1. But only one pair satisfies both.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do we find it?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16807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imultaneous-equations/el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4365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4210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lines cross at (3, 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Elimination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Make the coefficients of one variable equal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or subtract to remove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Solve for the other variable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Substitute back for the first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94835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imultaneous-equations/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519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412792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3x − 5y = −16, 2x + 5y = 31: add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Elimination step by step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×5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Multiply (I)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+ y = 4 becomes 5x + 5y = 20.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+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 (II)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5x + 5y + 2x − 5y = 20 + 1, so 7x = 21.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x = 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Solve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Then y = 4 − 3 = 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Substitution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Make one variable the subject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Put that expression into the other equation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Solve, then substitute back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94835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imultaneous-equations/el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87519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412792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= 4 − y, then 2(4 − y) − 5y =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answer or none</a:t>
            </a:r>
            <a:endParaRPr lang="en-US" sz="3000" dirty="0"/>
          </a:p>
        </p:txBody>
      </p:sp>
      <p:sp>
        <p:nvSpPr>
          <p:cNvPr id="4" name="Lines cross image frame"/>
          <p:cNvSpPr/>
          <p:nvPr/>
        </p:nvSpPr>
        <p:spPr>
          <a:xfrm>
            <a:off x="539151" y="1060704"/>
            <a:ext cx="38594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Lines cross image" descr="/tmp/claude-0/-home-claude/7116491e-74ad-5a48-9637-67025fdd7b6d/scratchpad/deck/simultaneous-equations/m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27" y="1097280"/>
            <a:ext cx="3786305" cy="2834640"/>
          </a:xfrm>
          <a:prstGeom prst="rect">
            <a:avLst/>
          </a:prstGeom>
        </p:spPr>
      </p:pic>
      <p:sp>
        <p:nvSpPr>
          <p:cNvPr id="6" name="Lines cross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solution: (3, 2).</a:t>
            </a:r>
            <a:endParaRPr lang="en-US" sz="1400" dirty="0"/>
          </a:p>
        </p:txBody>
      </p:sp>
      <p:sp>
        <p:nvSpPr>
          <p:cNvPr id="7" name="Parallel lines image frame"/>
          <p:cNvSpPr/>
          <p:nvPr/>
        </p:nvSpPr>
        <p:spPr>
          <a:xfrm>
            <a:off x="4745391" y="1060704"/>
            <a:ext cx="38594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arallel lines image" descr="/tmp/claude-0/-home-claude/7116491e-74ad-5a48-9637-67025fdd7b6d/scratchpad/deck/simultaneous-equations/parall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67" y="1097280"/>
            <a:ext cx="3786305" cy="2834640"/>
          </a:xfrm>
          <a:prstGeom prst="rect">
            <a:avLst/>
          </a:prstGeom>
        </p:spPr>
      </p:pic>
      <p:sp>
        <p:nvSpPr>
          <p:cNvPr id="9" name="Parallel lines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solution at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 to eliminate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3x − 5y = −16 and 2x + 5y = 31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Add: 5x = 15, x = 3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 + 5y = 31,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y = 5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Multiply first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2x + 3y = 12 and 3x − 2y = 5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×2 and ×3: 4x + 6y = 24, 9x − 6y = 15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13x = 39, x = 3,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y =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substitution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Solve y = 2x − 1 and 3x + 2y = 12.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3x + 2(2x − 1) = 12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7x − 2 = 12, x = 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 = 2(2) − 1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4835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imultaneous-equations/m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51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2792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Check answers by where the lines cross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Always check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3085264"/>
          </a:xfrm>
          <a:prstGeom prst="roundRect">
            <a:avLst>
              <a:gd name="adj" fmla="val 23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imultaneous-equations/el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301211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264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+ y = 4 and 2x − 5y = 1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Put x = 3, y = 1 into both: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 + 1 = 4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equation (I) ✓</a:t>
            </a:r>
            <a:endParaRPr lang="en-US" sz="20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6 − 5 = 1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equation (II) ✓</a:t>
            </a:r>
            <a:endParaRPr lang="en-US" sz="20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If either check fails, look for a sign slip.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 vs subtract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signs: subtract. Opposite signs: add.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Multiplying one side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every term, including the right side.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Stopping halfway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both x and y.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check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Substitute into both equations.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Solve x + y = 10 and x − y = 2.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eliminate y from 2x + 3y = 7 and 5x − 3y = 14, do you add or subtract?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 a graph, where is the solution of two simultaneous equations?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solutions do x + 2y = 4 and 2x + 4y = 12 have?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Watch the steps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Simultaneous Equations lesson on the Visual Science &amp; Maths website. Set any pair and press “Show the steps”.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Word problems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879893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imultaneous-equations/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67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Simultaneous Equations</dc:title>
  <dc:subject>Std 9 Mathematics Part I, Chapter 5 Linear Equations in Two Variables</dc:subject>
  <dc:creator>Visual Science &amp; Maths</dc:creator>
  <cp:lastModifiedBy>Visual Science &amp; Maths</cp:lastModifiedBy>
  <cp:revision>1</cp:revision>
  <dcterms:created xsi:type="dcterms:W3CDTF">2026-10-08T00:44:46Z</dcterms:created>
  <dcterms:modified xsi:type="dcterms:W3CDTF">2026-10-08T00:44:46Z</dcterms:modified>
</cp:coreProperties>
</file>