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7fd8ef8-860c-022a-3e43-df1ffbcd50a5}">
          <p14:sldIdLst>
            <p14:sldId id="256"/>
            <p14:sldId id="257"/>
          </p14:sldIdLst>
        </p14:section>
        <p14:section name="Key ideas" id="{c189ff5e-4c70-f097-39ce-68c4616d5087}">
          <p14:sldIdLst>
            <p14:sldId id="258"/>
            <p14:sldId id="259"/>
            <p14:sldId id="260"/>
            <p14:sldId id="261"/>
          </p14:sldIdLst>
        </p14:section>
        <p14:section name="Practice" id="{216cbea9-8971-a79b-1f82-4cecbca7cb26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8c206493-dcff-6387-e2de-868147bf612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use the angle sum property and the theorem of remote interior 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with paper triangles of different shapes before showing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obtuse angles would already exceed 180°.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interior angle next to it, ∠ACB, is not a remote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Consequence: an exterior angle is greater than each remote interior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try extreme shapes in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ratios, divide 180° by the sum of the ratio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links to the exterior angle sum of any polygon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picture proves both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each mistake on the board and ask what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57°. 2) 70°. 3) Bigger. 4) No, they add to 190°.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textbook practice set 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Angles of a Triangle · Std 9 Maths II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3 TRIANGLES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Angles of a Triangle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angles-of-a-triangle/sumMo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Tear off the corners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Cut out any triangle, tear off its three corners and place them side by side.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shape do the corners always make?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angles-of-a-triangle/sumMo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straight line: 180°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Angle sum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∠A + ∠B + ∠C = 180°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True for every triangle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Drag the corners: the sum never changes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most one obtuse or right angle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angles-of-a-triangle/s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50° + 60° + 70° = 180°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Exterior angle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Extend BC to 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∠ACD is an exterior angle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∠A and ∠B are its remote interior angles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angles-of-a-triangle/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Exterior ∠ACD = 120°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Remote interior angles theorem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∠ACD = ∠A + ∠B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∠ACB + ∠ACD = 180° (linear pair)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∠A + ∠B + ∠ACB = 180° (angle sum)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∠ACD = ∠A + ∠B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angles-of-a-triangle/extMo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∠A and ∠B fill the exterior angle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Any shape works</a:t>
            </a:r>
            <a:endParaRPr lang="en-US" sz="3000" dirty="0"/>
          </a:p>
        </p:txBody>
      </p:sp>
      <p:sp>
        <p:nvSpPr>
          <p:cNvPr id="4" name="Acute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cute image" descr="/tmp/claude-0/-home-claude/7116491e-74ad-5a48-9637-67025fdd7b6d/scratchpad/deck/angles-of-a-triangle/s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Acute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50° + 60° + 70° = 180°</a:t>
            </a:r>
            <a:endParaRPr lang="en-US" sz="1400" dirty="0"/>
          </a:p>
        </p:txBody>
      </p:sp>
      <p:sp>
        <p:nvSpPr>
          <p:cNvPr id="7" name="Obtuse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Obtuse image" descr="/tmp/claude-0/-home-claude/7116491e-74ad-5a48-9637-67025fdd7b6d/scratchpad/deck/angles-of-a-triangle/obt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Obtuse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35° + 110° + 35° = 180°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Angles in a ratio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Angles in the ratio 5 : 6 : 7. Find them.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18x = 180°, x = 10°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50°, 60°, 70°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Exterior angle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∠P = 55°, ∠Q = 65°, QR extended to S. Find ∠PRS and ∠PRQ.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∠PRS = 55° + 65°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120°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∠PRQ = 180° − 120°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60°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Exterior angles all round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angles-of-a-triangle/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exterior angle at each corner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exterior angle = 180° − its interior angle: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540° − 180°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 × 180° minus the angle sum</a:t>
            </a:r>
            <a:endParaRPr lang="en-US" sz="20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360°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 of the exterior angles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Walking round a triangle, you turn through one full turn.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sum to exterior</a:t>
            </a:r>
            <a:endParaRPr lang="en-US" sz="3000" dirty="0"/>
          </a:p>
        </p:txBody>
      </p:sp>
      <p:sp>
        <p:nvSpPr>
          <p:cNvPr id="4" name="Angle sum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ngle sum image" descr="/tmp/claude-0/-home-claude/7116491e-74ad-5a48-9637-67025fdd7b6d/scratchpad/deck/angles-of-a-triangle/sumMo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Angle sum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∠C + ∠A + ∠B make a straight angle.</a:t>
            </a:r>
            <a:endParaRPr lang="en-US" sz="1400" dirty="0"/>
          </a:p>
        </p:txBody>
      </p:sp>
      <p:sp>
        <p:nvSpPr>
          <p:cNvPr id="7" name="Exterior angle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Exterior angle image" descr="/tmp/claude-0/-home-claude/7116491e-74ad-5a48-9637-67025fdd7b6d/scratchpad/deck/angles-of-a-triangle/extMov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Exterior angle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∠A + ∠B fill the exterior angle.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Adding the wrong angles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the two angles not touching the exterior angle.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Exterior = interior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add to 180°.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Two obtuse angles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Impossible: they would exceed 180°.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Ratio total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180° by the sum of the ratio.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angles are 48° and 75°. Find the third.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exterior angle is 110° and one remote interior angle is 40°. Find the other.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an exterior angle bigger or smaller than each remote interior angle?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a triangle have angles of 100°, 50° and 40°?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Move the corners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Angles of a Triangle lesson on the Visual Science &amp; Maths website. Drag the vertices and press “Move the corners”.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Congruence of triangles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angles-of-a-triangle/extMo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Angles of a Triangle</dc:title>
  <dc:subject>Std 9 Mathematics Part II, Chapter 3 Triangles</dc:subject>
  <dc:creator>Visual Science &amp; Maths</dc:creator>
  <cp:lastModifiedBy>Visual Science &amp; Maths</cp:lastModifiedBy>
  <cp:revision>1</cp:revision>
  <dcterms:created xsi:type="dcterms:W3CDTF">2026-10-08T00:46:00Z</dcterms:created>
  <dcterms:modified xsi:type="dcterms:W3CDTF">2026-10-08T00:46:00Z</dcterms:modified>
</cp:coreProperties>
</file>