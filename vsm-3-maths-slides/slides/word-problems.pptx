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510e105-7faf-02f5-96f7-c07196eddf84}">
          <p14:sldIdLst>
            <p14:sldId id="256"/>
            <p14:sldId id="257"/>
          </p14:sldIdLst>
        </p14:section>
        <p14:section name="Key ideas" id="{dc467941-ab96-e2be-205c-f795e387bdc7}">
          <p14:sldIdLst>
            <p14:sldId id="258"/>
            <p14:sldId id="259"/>
            <p14:sldId id="260"/>
          </p14:sldIdLst>
        </p14:section>
        <p14:section name="Practice" id="{3390d2a0-a6da-a7db-701c-04eb6dcc316d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rap-up" id="{95bfe274-4290-3683-082d-9b7e73e0a3f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turn a word problem into two linear equations, solve them and answer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guess first; most guesses satisfy one clue but not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is the one students skip, and it causes most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this table with the class before solving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condition is a line; the answer is where they cross.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Check: 100 + 250 = 350.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years ago applies to both 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digits, reversed 36 is 63, which is 27 more. 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Cross-multiply each clue before solving.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mistake comes from rushing step 1 or 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12 and 8. 2) 10x + y. 3) 2x + 3y = 80. 4)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write your own word problem for a classmate to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Word Problems with Two Unknowns · Std 9 Maths I Ch.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5 LINEAR EQUATIONS IN TWO VARIABLES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Word Problems with Two Unknowns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879893"/>
          </a:xfrm>
          <a:prstGeom prst="roundRect">
            <a:avLst>
              <a:gd name="adj" fmla="val 25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word-problems/no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67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wallet puzzle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Meena has 45 notes of ₹5 and ₹10, worth ₹350 in all.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many of each note does she have?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3016807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word-problems/note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94365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24210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guess: 15 and 20. Not quite.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steps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Name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Say what x and y stand for, with units.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Translate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 each clue into an equation.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Solve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Elimination or substitution.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Answer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Reply in words and check it in the 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Words into equations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Words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Equation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45 notes in all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x + y = 45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₹5 and ₹10 notes worth ₹350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5x + 10y = 350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Five years ago, mother 7 times as old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x − 5 = 7(y − 5)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Two-digit number, digits x and 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10x + 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Length 4 more than breadth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x = y + 4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Both conditions at once</a:t>
            </a:r>
            <a:endParaRPr lang="en-US" sz="3000" dirty="0"/>
          </a:p>
        </p:txBody>
      </p:sp>
      <p:sp>
        <p:nvSpPr>
          <p:cNvPr id="4" name="A guess image frame"/>
          <p:cNvSpPr/>
          <p:nvPr/>
        </p:nvSpPr>
        <p:spPr>
          <a:xfrm>
            <a:off x="539151" y="1060704"/>
            <a:ext cx="3859457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 guess image" descr="/tmp/claude-0/-home-claude/7116491e-74ad-5a48-9637-67025fdd7b6d/scratchpad/deck/word-problems/note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27" y="1097280"/>
            <a:ext cx="3786305" cy="2834640"/>
          </a:xfrm>
          <a:prstGeom prst="rect">
            <a:avLst/>
          </a:prstGeom>
        </p:spPr>
      </p:pic>
      <p:sp>
        <p:nvSpPr>
          <p:cNvPr id="6" name="A guess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(15, 20) fits neither clue.</a:t>
            </a:r>
            <a:endParaRPr lang="en-US" sz="1400" dirty="0"/>
          </a:p>
        </p:txBody>
      </p:sp>
      <p:sp>
        <p:nvSpPr>
          <p:cNvPr id="7" name="The answer image frame"/>
          <p:cNvSpPr/>
          <p:nvPr/>
        </p:nvSpPr>
        <p:spPr>
          <a:xfrm>
            <a:off x="4745391" y="1060704"/>
            <a:ext cx="3859457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The answer image" descr="/tmp/claude-0/-home-claude/7116491e-74ad-5a48-9637-67025fdd7b6d/scratchpad/deck/word-problems/no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967" y="1097280"/>
            <a:ext cx="3786305" cy="2834640"/>
          </a:xfrm>
          <a:prstGeom prst="rect">
            <a:avLst/>
          </a:prstGeom>
        </p:spPr>
      </p:pic>
      <p:sp>
        <p:nvSpPr>
          <p:cNvPr id="9" name="The answer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(20, 25) sits on both lines.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bank notes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45 notes of ₹5 and ₹10 worth ₹350. How many of each?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+ 2y = 70 (divide by 5)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Subtract x + y = 45: y = 25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 notes of ₹5, 25 of ₹10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48350"/>
          </a:xfrm>
          <a:prstGeom prst="roundRect">
            <a:avLst>
              <a:gd name="adj" fmla="val 24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word-problems/no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519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2792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 + y = 45, 5x + 10y = 350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ages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Mother and daughter total 50 years. Five years ago the mother was 7 times as old. Find their ages.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+ y = 50; x − 7y = −30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8y = 80, y = 10, x = 40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Mother 40, daughter 10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48350"/>
          </a:xfrm>
          <a:prstGeom prst="roundRect">
            <a:avLst>
              <a:gd name="adj" fmla="val 24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word-problems/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519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2792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Mother 40, daughter 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Digits and heads</a:t>
            </a:r>
            <a:endParaRPr lang="en-US" sz="3000" dirty="0"/>
          </a:p>
        </p:txBody>
      </p:sp>
      <p:sp>
        <p:nvSpPr>
          <p:cNvPr id="4" name="Digits image frame"/>
          <p:cNvSpPr/>
          <p:nvPr/>
        </p:nvSpPr>
        <p:spPr>
          <a:xfrm>
            <a:off x="539151" y="1060704"/>
            <a:ext cx="3859457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Digits image" descr="/tmp/claude-0/-home-claude/7116491e-74ad-5a48-9637-67025fdd7b6d/scratchpad/deck/word-problems/dig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27" y="1097280"/>
            <a:ext cx="3786305" cy="2834640"/>
          </a:xfrm>
          <a:prstGeom prst="rect">
            <a:avLst/>
          </a:prstGeom>
        </p:spPr>
      </p:pic>
      <p:sp>
        <p:nvSpPr>
          <p:cNvPr id="6" name="Digits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+ y = 9 and y − x = 3: the number is 36.</a:t>
            </a:r>
            <a:endParaRPr lang="en-US" sz="1400" dirty="0"/>
          </a:p>
        </p:txBody>
      </p:sp>
      <p:sp>
        <p:nvSpPr>
          <p:cNvPr id="7" name="Heads and legs image frame"/>
          <p:cNvSpPr/>
          <p:nvPr/>
        </p:nvSpPr>
        <p:spPr>
          <a:xfrm>
            <a:off x="4745391" y="1060704"/>
            <a:ext cx="3859457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Heads and legs image" descr="/tmp/claude-0/-home-claude/7116491e-74ad-5a48-9637-67025fdd7b6d/scratchpad/deck/word-problems/zo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967" y="1097280"/>
            <a:ext cx="3786305" cy="2834640"/>
          </a:xfrm>
          <a:prstGeom prst="rect">
            <a:avLst/>
          </a:prstGeom>
        </p:spPr>
      </p:pic>
      <p:sp>
        <p:nvSpPr>
          <p:cNvPr id="9" name="Heads and legs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+ y = 45, 4x + 2y = 130: 20 lions, 25 peacocks.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fraction puzzle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3085264"/>
          </a:xfrm>
          <a:prstGeom prst="roundRect">
            <a:avLst>
              <a:gd name="adj" fmla="val 237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word-problems/fr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301211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264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Two clues, two equations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+1 to both gives 4/5; −5 from both gives 1/2: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5x − 4y = −1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first clue</a:t>
            </a:r>
            <a:endParaRPr lang="en-US" sz="1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7/9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fraction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Second clue: 2x − y = 5. Solve to get x = 7, y = 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Unnamed unknowns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“let x be …” first.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xy for a number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Tens x, units y: 10x + y.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“Years ago” on one age only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ages go back: x − 5, y − 5.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Bare numbers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 in words, with units.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numbers add to 20 and differ by 4. Find them.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a two-digit number with tens digit x and units digit y.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 pens at ₹x and 3 notebooks at ₹y cost ₹80. Write the equation.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50 heads and 140 legs, hens and goats. How many goats?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Solve the puzzles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Word Problems lesson on the Visual Science &amp; Maths website. Move x and y until both conditions turn green.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Financial Planning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879893"/>
          </a:xfrm>
          <a:prstGeom prst="roundRect">
            <a:avLst>
              <a:gd name="adj" fmla="val 25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word-problems/zo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67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Problems with Two Unknowns</dc:title>
  <dc:subject>Std 9 Mathematics Part I, Chapter 5 Linear Equations in Two Variables</dc:subject>
  <dc:creator>Visual Science &amp; Maths</dc:creator>
  <cp:lastModifiedBy>Visual Science &amp; Maths</cp:lastModifiedBy>
  <cp:revision>1</cp:revision>
  <dcterms:created xsi:type="dcterms:W3CDTF">2026-10-10T01:16:41Z</dcterms:created>
  <dcterms:modified xsi:type="dcterms:W3CDTF">2026-10-10T01:16:41Z</dcterms:modified>
</cp:coreProperties>
</file>