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ff96508-fd68-e8ee-874a-880a5548131b}">
          <p14:sldIdLst>
            <p14:sldId id="256"/>
            <p14:sldId id="257"/>
          </p14:sldIdLst>
        </p14:section>
        <p14:section name="Key ideas" id="{95e3a5c9-19ab-17aa-34b1-d75e99dcf32d}">
          <p14:sldIdLst>
            <p14:sldId id="258"/>
            <p14:sldId id="259"/>
            <p14:sldId id="260"/>
            <p14:sldId id="261"/>
          </p14:sldIdLst>
        </p14:section>
        <p14:section name="Practice" id="{d9c1da16-27d1-cbff-d215-04693a683eea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78d99c68-8132-6598-96d8-07b493a7b85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name the pairs of angles made by a transversal and use the properties of parallel lines to find 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all eight, if the rails are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lines: lines in one plane that do not intersect.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letters of the simulation figure: a b c d at l, p q r s at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idea: ∠a + ∠d = 180° (linear pair) and ∠d + ∠p = 180° (interior angles), so ∠a = ∠p. Then ∠c = ∠a (vertically opposite), so ∠c = ∠p.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interior angles on one side add up to less than 180°, the lines meet on that side (Euclid’s postulate).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property used for each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angles at A make a straight angle, so ∠A + ∠B + ∠C = 180°.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line perpendicular to one of two parallel lines is perpendicular to the other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 non-parallel pair on the board to show the properties failing.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112°. 2) 105°. 3) ∠c and ∠p. 4) 75° (alternate angles).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l ∥ m and ∠b = 128°. Find all eight 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Angles Made by a Transversal · Std 9 Maths II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2 PARALLEL LINES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Angles Made by a Transversal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06224"/>
          </a:xfrm>
          <a:prstGeom prst="roundRect">
            <a:avLst>
              <a:gd name="adj" fmla="val 30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angles-and-transversals/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3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Rails and a crossing road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straight road crosses two railway lines. It makes four angles at each rail.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If we know one angle, how many of the eight can we find?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0032"/>
          </a:xfrm>
          <a:prstGeom prst="roundRect">
            <a:avLst>
              <a:gd name="adj" fmla="val 29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angles-and-transversals/corr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468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453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angle gives all eight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transversal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Cuts two lines in two distinct points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Four angles at each point: eight in 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∠c, ∠d, ∠p, ∠q lie between the lines: interior angles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angles-and-transversals/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89976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Transversal t cuts l and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Pairs of angles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Pair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Where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Examples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Corresponding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 position at the two points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∠a, ∠p · ∠d, ∠s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Alternate interior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Between the lines, opposite sides of t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∠c, ∠p · ∠d, ∠q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Alternate exterior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Outside the lines, opposite sides of t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∠a, ∠r · ∠b, ∠s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Interior, same side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Between the lines, same side of t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∠d, ∠p · ∠c, ∠q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Properties of parallel lines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180°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Interior angles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Interior angles on the same side are supplementary.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=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Corresponding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Corresponding angles are of equal measure.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=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Alternate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Alternate angles are of equal measure.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Only when l ∥ m</a:t>
            </a:r>
            <a:endParaRPr lang="en-US" sz="3000" dirty="0"/>
          </a:p>
        </p:txBody>
      </p:sp>
      <p:sp>
        <p:nvSpPr>
          <p:cNvPr id="4" name="l ∥ m image frame"/>
          <p:cNvSpPr/>
          <p:nvPr/>
        </p:nvSpPr>
        <p:spPr>
          <a:xfrm>
            <a:off x="42062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l ∥ m image" descr="/tmp/claude-0/-home-claude/7116491e-74ad-5a48-9637-67025fdd7b6d/scratchpad/deck/angles-and-transversals/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3785"/>
          </a:xfrm>
          <a:prstGeom prst="rect">
            <a:avLst/>
          </a:prstGeom>
        </p:spPr>
      </p:pic>
      <p:sp>
        <p:nvSpPr>
          <p:cNvPr id="6" name="l ∥ m text"/>
          <p:cNvSpPr txBox="1"/>
          <p:nvPr/>
        </p:nvSpPr>
        <p:spPr>
          <a:xfrm>
            <a:off x="45720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 ∥ m: interior angles 115° + 65° = 180°.</a:t>
            </a:r>
            <a:endParaRPr lang="en-US" sz="1400" dirty="0"/>
          </a:p>
        </p:txBody>
      </p:sp>
      <p:sp>
        <p:nvSpPr>
          <p:cNvPr id="7" name="m turned 10° image frame"/>
          <p:cNvSpPr/>
          <p:nvPr/>
        </p:nvSpPr>
        <p:spPr>
          <a:xfrm>
            <a:off x="462686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m turned 10° image" descr="/tmp/claude-0/-home-claude/7116491e-74ad-5a48-9637-67025fdd7b6d/scratchpad/deck/angles-and-transversals/notp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3785"/>
          </a:xfrm>
          <a:prstGeom prst="rect">
            <a:avLst/>
          </a:prstGeom>
        </p:spPr>
      </p:pic>
      <p:sp>
        <p:nvSpPr>
          <p:cNvPr id="9" name="m turned 10° text"/>
          <p:cNvSpPr txBox="1"/>
          <p:nvPr/>
        </p:nvSpPr>
        <p:spPr>
          <a:xfrm>
            <a:off x="466344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 turned 10°: 120° + 50° = 170°, lines meet.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All from one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 ∥ m and ∠a = 75°. Find the other angles.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∠b = 180° − 75° = 105°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∠c = ∠p = ∠r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75°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∠d = ∠q = ∠s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105°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Interior with x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∠d = (3x + 10)°, ∠p = (2x + 20)°, l ∥ m.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5x + 30 = 180, x = 30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∠d = 100°,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∠p = 80°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the angle sum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In △ABC, ∠B = 48° and ∠C = 67°. PQ through A is parallel to BC. Find ∠PAB, ∠QAC and ∠BAC.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∠PAB = 48°, ∠QAC = 67° (alternate)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∠BAC = 180° − 48° − 67°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65°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angles-and-transversals/s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89976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PQ ∥ BC through 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Alternate pairs</a:t>
            </a:r>
            <a:endParaRPr lang="en-US" sz="3000" dirty="0"/>
          </a:p>
        </p:txBody>
      </p:sp>
      <p:sp>
        <p:nvSpPr>
          <p:cNvPr id="4" name="Alternate interior image frame"/>
          <p:cNvSpPr/>
          <p:nvPr/>
        </p:nvSpPr>
        <p:spPr>
          <a:xfrm>
            <a:off x="42062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lternate interior image" descr="/tmp/claude-0/-home-claude/7116491e-74ad-5a48-9637-67025fdd7b6d/scratchpad/deck/angles-and-transversals/alt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3785"/>
          </a:xfrm>
          <a:prstGeom prst="rect">
            <a:avLst/>
          </a:prstGeom>
        </p:spPr>
      </p:pic>
      <p:sp>
        <p:nvSpPr>
          <p:cNvPr id="6" name="Alternate interior text"/>
          <p:cNvSpPr txBox="1"/>
          <p:nvPr/>
        </p:nvSpPr>
        <p:spPr>
          <a:xfrm>
            <a:off x="45720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Alternate interior: ∠c = ∠p = 70°.</a:t>
            </a:r>
            <a:endParaRPr lang="en-US" sz="1400" dirty="0"/>
          </a:p>
        </p:txBody>
      </p:sp>
      <p:sp>
        <p:nvSpPr>
          <p:cNvPr id="7" name="Alternate exterior image frame"/>
          <p:cNvSpPr/>
          <p:nvPr/>
        </p:nvSpPr>
        <p:spPr>
          <a:xfrm>
            <a:off x="462686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lternate exterior image" descr="/tmp/claude-0/-home-claude/7116491e-74ad-5a48-9637-67025fdd7b6d/scratchpad/deck/angles-and-transversals/al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3785"/>
          </a:xfrm>
          <a:prstGeom prst="rect">
            <a:avLst/>
          </a:prstGeom>
        </p:spPr>
      </p:pic>
      <p:sp>
        <p:nvSpPr>
          <p:cNvPr id="9" name="Alternate exterior text"/>
          <p:cNvSpPr txBox="1"/>
          <p:nvPr/>
        </p:nvSpPr>
        <p:spPr>
          <a:xfrm>
            <a:off x="466344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Alternate exterior: ∠a = ∠r = 60°.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Any two lines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properties hold only when l ∥ m.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“Interior angles are equal”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add up to 180°.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up pairs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Corresponding: same position; alternate: opposite sides.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angle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 each angle before using a property.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 ∥ m. One corresponding angle is 112°. Find the other.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 ∥ m. One interior angle is 75°. Find the interior angle on the same side.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figure, which pair is alternate interior: ∠a, ∠p or ∠c, ∠p?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△ABC, ∠C = 75° and PQ through A is parallel to BC. Find ∠QAC.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Turn the lines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Angles Made by a Transversal lesson on the Visual Science &amp; Maths website. Drag the transversal and turn line m to see when the properties hold.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Tests for parallel lines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06224"/>
          </a:xfrm>
          <a:prstGeom prst="roundRect">
            <a:avLst>
              <a:gd name="adj" fmla="val 30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angles-and-transversals/notp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3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Angles Made by a Transversal</dc:title>
  <dc:subject>Std 9 Mathematics Part II, Chapter 2 Parallel Lines</dc:subject>
  <dc:creator>Visual Science &amp; Maths</dc:creator>
  <cp:lastModifiedBy>Visual Science &amp; Maths</cp:lastModifiedBy>
  <cp:revision>1</cp:revision>
  <dcterms:created xsi:type="dcterms:W3CDTF">2026-10-10T00:57:37Z</dcterms:created>
  <dcterms:modified xsi:type="dcterms:W3CDTF">2026-10-10T00:57:37Z</dcterms:modified>
</cp:coreProperties>
</file>