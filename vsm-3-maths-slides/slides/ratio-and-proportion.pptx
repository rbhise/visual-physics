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dbe542a-c413-3ef5-1825-c86dda9489b8}">
          <p14:sldIdLst>
            <p14:sldId id="256"/>
            <p14:sldId id="257"/>
          </p14:sldIdLst>
        </p14:section>
        <p14:section name="Key ideas" id="{79a6f9f2-5c22-31f8-58ec-ade2358aa877}">
          <p14:sldIdLst>
            <p14:sldId id="258"/>
            <p14:sldId id="259"/>
            <p14:sldId id="260"/>
            <p14:sldId id="261"/>
          </p14:sldIdLst>
        </p14:section>
        <p14:section name="Practice" id="{7b0582b2-71b3-e807-469f-e9d542175df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3b1f738-9646-9753-5f30-de45cd6c804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a ratio in simplest form, compare ratios, convert a ratio to a percentage, and recognise direct and inverse proportion.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suggest other ways to say the same comparison: 4/5, 80%, 4 out of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the first term (antecedent), b the second term (consequent). Order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Cross-multiplying avoids decimals.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 the fraction by 100 to get the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Direct: a straight line through the origin. Inverse: the rectangle under the point keeps its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hours = 120 minutes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workers, more days: inverse proportion.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that students see the difference between 4/5 (girls to boys) and 4/9 (girls to 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hook numbers to illustrate each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 : 4. 2) 1 : 4. 3) 4/9, since 28 &gt; 27. 4) 12 hours (6 × 8 = 48 tap-hours).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one direct and one inverse proportion at home and write a ratio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Ratio, Direct and Inverse Proportion · Std 9 Maths I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4 RATIO AND PROPORTION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Ratio, Direct and Inverse Proportion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atio-and-proportion/simpl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many girls?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class has 16 girls and 20 boys. For every 4 girls there are 5 boys.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 we see 16 : 20 = 4 : 5?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003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atio-and-proportion/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468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45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Cut both tapes into blocks of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Ratio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 : b = a/b,  b ≠ 0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kind, same unit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ratio has no unit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: b = ak : bk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Simplest form: divide by the HCF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atio-and-proportion/simpl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 : 36 = 2 : 3 (HCF 12)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Comparing ratios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positive numbers, compare a × d with b × c: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 &gt; bc means a/b &gt; c/d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 &lt; bc means a/b &lt; c/d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 = bc: equal ratios, a, b, c, d in proportion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ratio-and-proportion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8997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× 10 = 50 &gt; 49 = 7 ×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Ratio as a percentage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x%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Meaning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ratio with second term 100: x/100.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60%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: 5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3/5 = 60/100.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80%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16 : 20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16/20 = 4/5 = 80/100.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Direct or inverse?</a:t>
            </a:r>
            <a:endParaRPr lang="en-US" sz="3000" dirty="0"/>
          </a:p>
        </p:txBody>
      </p:sp>
      <p:sp>
        <p:nvSpPr>
          <p:cNvPr id="4" name="Direct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irect image" descr="/tmp/claude-0/-home-claude/7116491e-74ad-5a48-9637-67025fdd7b6d/scratchpad/deck/ratio-and-proportion/di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Direct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÷ number stays 15: y = 15x.</a:t>
            </a:r>
            <a:endParaRPr lang="en-US" sz="1400" dirty="0"/>
          </a:p>
        </p:txBody>
      </p:sp>
      <p:sp>
        <p:nvSpPr>
          <p:cNvPr id="7" name="Inverse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verse image" descr="/tmp/claude-0/-home-claude/7116491e-74ad-5a48-9637-67025fdd7b6d/scratchpad/deck/ratio-and-proportion/in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Inverse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Workers × days stays 24.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Ask: if one doubles, does the other double or halve?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units first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45 minutes to 2 hours: simplest form and percentage.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45 : 120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: 8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45/120 ×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37.5%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Which is greater, 5/7 or 7/10?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 × 10 = 50, 7 × 7 = 49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50 &gt; 49, 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5/7 &gt; 7/10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inverse proportion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 workers build a wall in 10 days. How many days for 8 workers?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 × 10 = 120 worker-days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8 × y = 120,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y = 15 days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atio-and-proportion/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Workers × days = 120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ratio, many forms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ratio-and-proportion/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378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5651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Girls : boys = 16 : 20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comparison, written three ways: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 : 5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simplest form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18744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32460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80%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girls per 100 boys</a:t>
            </a:r>
            <a:endParaRPr lang="en-US" sz="2200" dirty="0"/>
          </a:p>
        </p:txBody>
      </p:sp>
      <p:sp>
        <p:nvSpPr>
          <p:cNvPr id="12" name="Stat card 3"/>
          <p:cNvSpPr/>
          <p:nvPr/>
        </p:nvSpPr>
        <p:spPr>
          <a:xfrm>
            <a:off x="752856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Stat 3"/>
          <p:cNvSpPr txBox="1"/>
          <p:nvPr/>
        </p:nvSpPr>
        <p:spPr>
          <a:xfrm>
            <a:off x="766572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4/9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girls in class</a:t>
            </a:r>
            <a:endParaRPr lang="en-US" sz="2200" dirty="0"/>
          </a:p>
        </p:txBody>
      </p:sp>
      <p:sp>
        <p:nvSpPr>
          <p:cNvPr id="14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16 out of 36 students are girls: 16/36 = 4/9.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units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hours = 120 minutes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Swapping the order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Girls : boys is not boys : girls.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Comparing only tops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5 × 10 with 7 × 7.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Direct or inverse?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Doubles or halves?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42 : 56 in simplest form.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ratio of 25 paise to ₹1.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greater, 4/9 or 3/7?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 taps fill a tank in 8 hours. How long would 4 taps take?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See ratios as tapes and graphs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Ratio and Proportion lesson on the Visual Science &amp; Maths website. Move the sliders and watch what stays the same.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Properties of equal ratios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atio-and-proportion/in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Ratio, Direct and Inverse Proportion</dc:title>
  <dc:subject>Std 9 Mathematics Part I, Chapter 4 Ratio and Proportion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