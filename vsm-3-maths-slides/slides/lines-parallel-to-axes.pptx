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ce4331c-691c-8753-fee1-85fd5da3b838}">
          <p14:sldIdLst>
            <p14:sldId id="256"/>
            <p14:sldId id="257"/>
          </p14:sldIdLst>
        </p14:section>
        <p14:section name="Key ideas" id="{168f76db-c24f-01fa-51b2-0d66fa91665a}">
          <p14:sldIdLst>
            <p14:sldId id="258"/>
            <p14:sldId id="259"/>
            <p14:sldId id="260"/>
            <p14:sldId id="261"/>
          </p14:sldIdLst>
        </p14:section>
        <p14:section name="Practice" id="{2aff19ff-8d61-6848-6104-e87e5d39035c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d828644a-87b1-92d5-85a1-645b28675773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write the equation of a line parallel to an axis, give its distance from the axis, and find where two such lines meet.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Plot (3, −2), (3, 0), (3, 1), (3, 4) with the class first and ask what they have in common.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 = −5 is a vertical line, even though only x appears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(−4, −4) and (0, −4) both have y co-ordinate −4, so both are on y = −4.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2y − 7 = 0 gives y = 3.5. Two lines x = a and x = c are parallel and never meet.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meeting point of x = −2 and y = 7 before showing any picture: (−2,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 = −5 is 5 units left of the Y-axis; y = 2 is 2 units above the X-axis.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Width 5 − (−3) = 8 units, height 4 − (−1) = 5 units.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simulation, “Hit the target” gives new points to practise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mistake is the most common: the equation names x, but the line is vertical.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y = 0. 2) Parallel to the X-axis, 6 units above it. 3) (−2, 7). 4) (4, −9).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draw x = −1, x = 3, y = 0 and y = 2; find the corners and the size of the rectangle (4 by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Lines Parallel to the Axes · Std 9 Maths II Ch. 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II · CH. 7 CO-ORDINATE GEOMETRY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Lines Parallel to the Axes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878684"/>
          </a:xfrm>
          <a:prstGeom prst="roundRect">
            <a:avLst>
              <a:gd name="adj" fmla="val 254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lines-parallel-to-axes/l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8055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road due north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road runs north from a point 3 km east of the gate. However far you walk along it, you stay 3 km east.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Which co-ordinate never changes on that road?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3015539"/>
          </a:xfrm>
          <a:prstGeom prst="roundRect">
            <a:avLst>
              <a:gd name="adj" fmla="val 242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lines-parallel-to-axes/l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942387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4240835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Every point on the vertical line has x = 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Parallel to the Y-axis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x = a</a:t>
            </a:r>
            <a:endParaRPr lang="en-US" sz="26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point has the same x co-ordinate 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Distance from the Y-axis: |a| units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&gt; 0: right of the Y-axis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&lt; 0: left of the Y-axis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947111"/>
          </a:xfrm>
          <a:prstGeom prst="roundRect">
            <a:avLst>
              <a:gd name="adj" fmla="val 248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lines-parallel-to-axes/n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873959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412668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x = −5 is 5 units left of the Y-axis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Parallel to the X-axis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y = b</a:t>
            </a:r>
            <a:endParaRPr lang="en-US" sz="26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point has the same y co-ordinate b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Distance from the X-axis: |b| units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 &gt; 0: above the X-axis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 &lt; 0: below the X-axis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947111"/>
          </a:xfrm>
          <a:prstGeom prst="roundRect">
            <a:avLst>
              <a:gd name="adj" fmla="val 248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lines-parallel-to-axes/ym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873959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412668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y = −4 is 4 units below the X-axis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Special cases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y = 0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X-axis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point on the X-axis has y co-ordinate 0.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2841498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x = 0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Y-axis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point on the Y-axis has x co-ordinate 0.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4951476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x + 5 = 0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Rearrange first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 = −5: parallel to the Y-axis, 5 units to its left.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ig 4"/>
          <p:cNvSpPr txBox="1"/>
          <p:nvPr/>
        </p:nvSpPr>
        <p:spPr>
          <a:xfrm>
            <a:off x="7061454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(a, b)</a:t>
            </a:r>
            <a:endParaRPr lang="en-US" sz="3000" dirty="0"/>
          </a:p>
        </p:txBody>
      </p:sp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Meeting point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 = a and y = b meet at exactly one point, (a, b).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the lines meet</a:t>
            </a:r>
            <a:endParaRPr lang="en-US" sz="3000" dirty="0"/>
          </a:p>
        </p:txBody>
      </p:sp>
      <p:sp>
        <p:nvSpPr>
          <p:cNvPr id="4" name="The axes image frame"/>
          <p:cNvSpPr/>
          <p:nvPr/>
        </p:nvSpPr>
        <p:spPr>
          <a:xfrm>
            <a:off x="538335" y="1060704"/>
            <a:ext cx="3861090" cy="2907792"/>
          </a:xfrm>
          <a:prstGeom prst="roundRect">
            <a:avLst>
              <a:gd name="adj" fmla="val 25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The axes image" descr="/tmp/claude-0/-home-claude/7116491e-74ad-5a48-9637-67025fdd7b6d/scratchpad/deck/lines-parallel-to-axes/ax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911" y="1097280"/>
            <a:ext cx="3787938" cy="2834640"/>
          </a:xfrm>
          <a:prstGeom prst="rect">
            <a:avLst/>
          </a:prstGeom>
        </p:spPr>
      </p:pic>
      <p:sp>
        <p:nvSpPr>
          <p:cNvPr id="6" name="The axes text"/>
          <p:cNvSpPr txBox="1"/>
          <p:nvPr/>
        </p:nvSpPr>
        <p:spPr>
          <a:xfrm>
            <a:off x="45720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 = 0 and y = 0 meet at the origin (0, 0).</a:t>
            </a:r>
            <a:endParaRPr lang="en-US" sz="1400" dirty="0"/>
          </a:p>
        </p:txBody>
      </p:sp>
      <p:sp>
        <p:nvSpPr>
          <p:cNvPr id="7" name="2y − 7 = 0 image frame"/>
          <p:cNvSpPr/>
          <p:nvPr/>
        </p:nvSpPr>
        <p:spPr>
          <a:xfrm>
            <a:off x="4744575" y="1060704"/>
            <a:ext cx="3861090" cy="2907792"/>
          </a:xfrm>
          <a:prstGeom prst="roundRect">
            <a:avLst>
              <a:gd name="adj" fmla="val 25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2y − 7 = 0 image" descr="/tmp/claude-0/-home-claude/7116491e-74ad-5a48-9637-67025fdd7b6d/scratchpad/deck/lines-parallel-to-axes/hal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151" y="1097280"/>
            <a:ext cx="3787938" cy="2834640"/>
          </a:xfrm>
          <a:prstGeom prst="rect">
            <a:avLst/>
          </a:prstGeom>
        </p:spPr>
      </p:pic>
      <p:sp>
        <p:nvSpPr>
          <p:cNvPr id="9" name="2y − 7 = 0 text"/>
          <p:cNvSpPr txBox="1"/>
          <p:nvPr/>
        </p:nvSpPr>
        <p:spPr>
          <a:xfrm>
            <a:off x="466344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 = 3.5 meets x = 1.5 at (1.5, 3.5).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Below the X-axis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Line parallel to the X-axis, 4 units below it. Do A(2, −4), B(−4, 2), C(0, −4) lie on it?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Equation: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y = −4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y co-ordinate −4: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A and C yes, B no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Through a point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Lines through P(−5, 2) parallel to the axes.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Parallel to the Y-axis: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x = −5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Parallel to the X-axis: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y = 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four lines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Draw x + 3 = 0, x − 5 = 0, y + 1 = 0 and 2y − 8 = 0. What do they enclose?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x = −3, x = 5, y = −1, y = 4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Corners (−3, −1), (5, −1), (5, 4), (−3, 4)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8 by 5: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a rectangle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947111"/>
          </a:xfrm>
          <a:prstGeom prst="roundRect">
            <a:avLst>
              <a:gd name="adj" fmla="val 248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lines-parallel-to-axes/r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87395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412668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x = −3, x = 5, y = −1, y = 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Hit the target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3083966"/>
          </a:xfrm>
          <a:prstGeom prst="roundRect">
            <a:avLst>
              <a:gd name="adj" fmla="val 237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lines-parallel-to-axe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3010814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426354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Both lines pass through T(−4, −3)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 pass through T(−4, −3) you need: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x = −4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parallel to the Y-axis</a:t>
            </a:r>
            <a:endParaRPr lang="en-US" sz="24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y = −3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parallel to the X-axis</a:t>
            </a:r>
            <a:endParaRPr lang="en-US" sz="24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The two lines through any point (a, b) are x = a and y = 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Mixing up directions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 = 3 is vertical, parallel to the Y-axis.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Wrong axis equation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X-axis: y = 0. Y-axis: x = 0.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Not rearranging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 + 6 = 0 is x = −6, not x = 6.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Negative distance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 = −4 is 4 units from the Y-axis.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the equation of the X-axis?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Describe the line y − 6 = 0.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Where do x = −2 and y = 7 meet?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point is on x = 4: (1, 4), (4, −9) or (0, 4)?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Move the lines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Lines Parallel to the Axes lesson on the Visual Science &amp; Maths website. Drag x = a and y = b and play “Hit the target”.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chapter: Trigonometry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878684"/>
          </a:xfrm>
          <a:prstGeom prst="roundRect">
            <a:avLst>
              <a:gd name="adj" fmla="val 254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lines-parallel-to-axes/r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8055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Lines Parallel to the Axes</dc:title>
  <dc:subject>Std 9 Mathematics Part II, Chapter 7 Co-ordinate Geometry</dc:subject>
  <dc:creator>Visual Science &amp; Maths</dc:creator>
  <cp:lastModifiedBy>Visual Science &amp; Maths</cp:lastModifiedBy>
  <cp:revision>1</cp:revision>
  <dcterms:created xsi:type="dcterms:W3CDTF">2026-10-10T01:13:53Z</dcterms:created>
  <dcterms:modified xsi:type="dcterms:W3CDTF">2026-10-10T01:13:53Z</dcterms:modified>
</cp:coreProperties>
</file>