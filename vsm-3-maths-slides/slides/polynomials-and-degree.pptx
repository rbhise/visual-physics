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ecc3ac5-c799-85d6-50be-8b72e4463ab2}">
          <p14:sldIdLst>
            <p14:sldId id="256"/>
            <p14:sldId id="257"/>
          </p14:sldIdLst>
        </p14:section>
        <p14:section name="Key ideas" id="{a18bd43b-4c4e-650f-e9b8-75954daa1b06}">
          <p14:sldIdLst>
            <p14:sldId id="258"/>
            <p14:sldId id="259"/>
            <p14:sldId id="260"/>
            <p14:sldId id="261"/>
          </p14:sldIdLst>
        </p14:section>
        <p14:section name="Practice" id="{36389e44-31a5-30cd-be8a-c55d90dce608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2b7125e-088c-1318-1408-2434c6d8e29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recognise a polynomial, state its degree and type, write coefficient and index forms, and find p(a).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3x² − 5x + 1 and √2 m − 4 are polynomials. x + 1/x = x + x⁻¹ and √x + 2 = x^½ + 2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two variables, the degree is the highest sum of powers in a term: 3x²y³ + 5xy has degree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polynomial has one name from each column: x³ − 4x is a cubic binomial.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entries: 5 coefficients means the polynomial starts at x⁴.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negative values in brackets before squaring or cubing.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 in (1, 0, −5, 2) stands for the missing x²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(−1)³ = −1 and (−1)²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prepares the factor theorem in lesson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check each with the simulation's readouts.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3x² − √2x + 1. 2) 4. 3) (1, 0, 0, −2). 4)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write one example of each type (monomial to cubic) and find p(1)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Polynomials and Their Degree · Std 9 Maths I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3 POLYNOMIALS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Polynomials and Their Degree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78189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olynomials-and-degree/cub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5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Polynomial or not?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3x² − 5x + 1,   x + 1/x,   √2 m − 4,   √x + 2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of these are polynomials?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15020"/>
          </a:xfrm>
          <a:prstGeom prst="roundRect">
            <a:avLst>
              <a:gd name="adj" fmla="val 242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olynomials-and-degree/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186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03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2x² − 3x + 1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 polynomial?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Powers of the variable are whole numbers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Coefficients can be any real numbers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Written p(x), q(y), …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Degree: the highest power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Constant 7 has degree 0; zero polynomial: not defined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946605"/>
          </a:xfrm>
          <a:prstGeom prst="roundRect">
            <a:avLst>
              <a:gd name="adj" fmla="val 248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polynomials-and-degree/cub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345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412618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x³ − 4x: degree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Types of polynomials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11680"/>
                <a:gridCol w="2103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By terms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By degree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Monomial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−2x³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Linear (1)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3x − 6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Binomial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x³ − 4x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Quadratic (2)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2x² − 3x + 1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Trinomial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y² + 5y − 1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Cubic (3)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x³ − 4x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ways to write it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x⁴ − 2x + 5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 form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Terms in descending powers of x.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(1,0,0,−2,5)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Coefficient form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coefficients, with 0 for each missing power.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5x³ − x + 3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Index form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Written with the powers of x: (5, 0, −1, 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Value of a polynomial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Substitute a for x: p(a)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p(x) = x² − 3x + 2: p(2) = 0, p(−1) = 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p(a) is the height of the graph at x =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p(a) = 0: a is a zero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946605"/>
          </a:xfrm>
          <a:prstGeom prst="roundRect">
            <a:avLst>
              <a:gd name="adj" fmla="val 248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polynomials-and-degree/l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87345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412618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3x − 6: p(2) =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Degree and type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7y³ − 2y + 4 and 5m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7y³ − 2y + 4: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cubic trinomial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5m: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linear monomial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Coefficient and index form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x³ − 5x + 2 and (2, −1, 0, 4)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x³ − 5x + 2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(1, 0, −5, 2)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(2, −1, 0, 4)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2x³ − x² + 4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values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For p(x) = 2x³ − 3x² + 1, find p(2) and p(−1).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p(2) = 16 − 12 + 1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p(−1) = −2 − 3 + 1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−4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6605"/>
          </a:xfrm>
          <a:prstGeom prst="roundRect">
            <a:avLst>
              <a:gd name="adj" fmla="val 248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olynomials-and-degree/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34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618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p(x) = 2x³ − 3x² + 1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Zeroes on the graph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3083436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polynomials-and-degree/cub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01028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630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x³ − 4x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the graph meets the x-axis, p(a) = 0: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−2, 0, 2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zeroes of x³ − 4x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p(2) = 0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8 − 8 = 0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cubic can meet the x-axis up to 3 times.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Counting terms for degree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x³ − 4x has degree 3, not 2.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Missing zeroes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x³ − 2 is (1, 0, 0, −2).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Sign slips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(−1)³ = −1, (−1)² = 1.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x + 1/x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−1: not a polynomial.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is a polynomial: x + 1/x, √x + 2, 3x² − √2x + 1, x⁻² + 4?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degree of 5x³ − x⁴ + 2.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x³ − 2 in coefficient form.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p(x) = x² − 5x + 6, find p(3).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Shape your own polynomial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Polynomials lesson on the Visual Science &amp; Maths website. Change the coefficients and drag x = a along the graph.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Operations and synthetic division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78189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olynomials-and-degree/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5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Polynomials and Their Degree</dc:title>
  <dc:subject>Std 9 Mathematics Part I, Chapter 3 Polynomials</dc:subject>
  <dc:creator>Visual Science &amp; Maths</dc:creator>
  <cp:lastModifiedBy>Visual Science &amp; Maths</cp:lastModifiedBy>
  <cp:revision>1</cp:revision>
  <dcterms:created xsi:type="dcterms:W3CDTF">2026-10-08T11:32:25Z</dcterms:created>
  <dcterms:modified xsi:type="dcterms:W3CDTF">2026-10-08T11:32:25Z</dcterms:modified>
</cp:coreProperties>
</file>