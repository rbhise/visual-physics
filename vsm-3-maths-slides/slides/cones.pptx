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0d8ad58-71f0-2bf2-e0cc-04319e93d1a9}">
          <p14:sldIdLst>
            <p14:sldId id="256"/>
            <p14:sldId id="257"/>
          </p14:sldIdLst>
        </p14:section>
        <p14:section name="Key ideas" id="{ebc317d8-bb00-e01e-a236-cfaf5a815feb}">
          <p14:sldIdLst>
            <p14:sldId id="258"/>
            <p14:sldId id="259"/>
            <p14:sldId id="260"/>
            <p14:sldId id="261"/>
          </p14:sldIdLst>
        </p14:section>
        <p14:section name="Practice" id="{d2bb6a21-c592-b6af-0692-908e8a77b1c0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3ccfddda-51d0-18d0-873f-784bbfcdb2c7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find the slant height, curved and total surface area, and volume of a right circular cone.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guess (2? 3? 4?) before showing the answer. If possible, do it with paper models and sand or 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Pythagoras' theorem with l as the hypotenuse. 36 + 64 =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more pieces, the closer to a rectangle. Length is half the arc (πr) because half the pieces point each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Surface uses l; volume uses h. 22/7 × 7 × 25 = 550; 22/7 × 7 × 32 = 704; ⅓ × 22/7 × 49 × 24 = 1232.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× 1232 = 3696.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cap is open at the bottom, so the card needed is only the curved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second example, multiply both sides by 3 first to remove the fraction.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Extension, not in the textbook formulae: the sector is r/l of a full circle of radius l. Its area is (r/l) × πl² = πrl, which matches the curved surface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mistakes are the most common in exams.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l² = 64 + 36 = 100, l = 10 cm. 2) 22/7 × 7 × 10 = 220 cm². 3) 300 cm³. 4) πr(l + 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make a paper cone of radius 7 cm and slant height 25 cm; find its curved surface area and check it against the paper sector.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Cones · Std 9 Maths II Ch. 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9 SURFACE AREA AND VOLUME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Cones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cones/c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conefuls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cone and a cylinder have the same base and the same height. Fill the cone with sand and pour it into the cylinder.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many conefuls fill the cylinder?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cones/fill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After one and a half conefuls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Slant height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l² = r² + h²</a:t>
            </a:r>
            <a:endParaRPr lang="en-US" sz="26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h: perpendicular height, vertex to centre of base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l: slant height, vertex to the edge of the base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r, h and l make a right triangle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cones/c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 = 6, h = 8, so l = 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Open the curved surface</a:t>
            </a:r>
            <a:endParaRPr lang="en-US" sz="3000" dirty="0"/>
          </a:p>
        </p:txBody>
      </p:sp>
      <p:sp>
        <p:nvSpPr>
          <p:cNvPr id="4" name="Net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Net image" descr="/tmp/claude-0/-home-claude/7116491e-74ad-5a48-9637-67025fdd7b6d/scratchpad/deck/cones/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Net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sector of radius l = 10 cm; its arc is 2πr.</a:t>
            </a:r>
            <a:endParaRPr lang="en-US" sz="1400" dirty="0"/>
          </a:p>
        </p:txBody>
      </p:sp>
      <p:sp>
        <p:nvSpPr>
          <p:cNvPr id="7" name="Rearranged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Rearranged image" descr="/tmp/claude-0/-home-claude/7116491e-74ad-5a48-9637-67025fdd7b6d/scratchpad/deck/cones/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Rearranged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Pieces make a near-rectangle πr by l: area πrl = 188.4 cm².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Cone formulae</a:t>
            </a:r>
            <a:endParaRPr lang="en-US" sz="3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Measure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Formula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r = 7, h = 24 (π = 22/7)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Slant height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l² = r² + h²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 = 25 cm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Curved surface area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πrl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550 cm²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Total surface area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πr(l + r)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704 cm²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Volume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⅓πr²h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1232 cm³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one third?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cones/f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Three conefuls fill the cylinder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Same base (r = 7 cm) and same height (h = 24 cm):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3696 cm³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cylinder πr²h</a:t>
            </a:r>
            <a:endParaRPr lang="en-US" sz="22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1232 cm³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cone ⅓πr²h</a:t>
            </a:r>
            <a:endParaRPr lang="en-US" sz="22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Volume of a cone = ⅓ × volume of the cylinder with the same base and height.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 birthday cap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conical cap has r = 5 cm and h = 12 cm. Find l, the curved surface area and the total surface area of a closed cone of this size.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l² = 25 + 144 = 169,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l = 13 cm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3.14 × 5 × 13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204.1 cm²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3.14 × 5 × 18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282.6 cm²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cones/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 = 5 cm, h = 12 cm, π = 3.14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heap of grain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r = 7 m, h = 24 m (π = 22/7). Find the volume and slant height.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⅓ × 22/7 × 49 × 24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1232 m³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l² = 49 + 576 = 625,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l = 25 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Finding the height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Volume 1570 cm³, r = 10 cm (π = 3.14). Find h.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⅓ × 3.14 × 100 × h = 1570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314h = 4710,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h = 15 cm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wide is the net?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cones/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 = 6 cm, l = 10 cm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arc of the sector is the base circumference 2πr: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6 : 10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 : l</a:t>
            </a:r>
            <a:endParaRPr lang="en-US" sz="24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216°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angle of the sector</a:t>
            </a:r>
            <a:endParaRPr lang="en-US" sz="24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Sector angle = 360° × r ÷ l = 360° × 6 ÷ 10 = 216°.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 in the surface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Curved surface is πrl: find l first.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 in the volume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Volume is ⅓πr²h with the height h.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⅓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cone is a third of the cylinder.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Base on an open cone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cap or funnel: πrl only.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cone has r = 8 cm and h = 6 cm. Find its slant height.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 = 7 cm, l = 10 cm. Find the curved surface area (π = 22/7).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cylinder holds 900 cm³. How much does a cone with the same base and height hold?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the formula for the total surface area of a cone.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Cut and pour the cone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Cones lesson on the Visual Science &amp; Maths website. Unroll the cone, rearrange the pieces and pour three conefuls.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Spheres and hemispheres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cones/c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Cones</dc:title>
  <dc:subject>Std 9 Mathematics Part II, Chapter 9 Surface Area and Volume</dc:subject>
  <dc:creator>Visual Science &amp; Maths</dc:creator>
  <cp:lastModifiedBy>Visual Science &amp; Maths</cp:lastModifiedBy>
  <cp:revision>1</cp:revision>
  <dcterms:created xsi:type="dcterms:W3CDTF">2026-10-10T01:12:14Z</dcterms:created>
  <dcterms:modified xsi:type="dcterms:W3CDTF">2026-10-10T01:12:14Z</dcterms:modified>
</cp:coreProperties>
</file>