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997a33c-4336-14ae-e4ad-713f9a7417bf}">
          <p14:sldIdLst>
            <p14:sldId id="256"/>
            <p14:sldId id="257"/>
          </p14:sldIdLst>
        </p14:section>
        <p14:section name="Key ideas" id="{aed2868d-2b5d-31ec-94ac-0e25630ca506}">
          <p14:sldIdLst>
            <p14:sldId id="258"/>
            <p14:sldId id="259"/>
            <p14:sldId id="260"/>
            <p14:sldId id="261"/>
          </p14:sldIdLst>
        </p14:section>
        <p14:section name="Practice" id="{c2eb8618-d619-9b97-6b12-c5f31235fdd5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5d266fa6-a033-8e9f-d595-de74c1d48e7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find savings and savings percentage from a budget, compare investment options by safety, returns and liquidity, and compare gains using simple and compound 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list their own family's expenses before showing the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planning means deciding in advance how to spend and save.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investing ask three questions: is it safe, what does it earn, how fast can I get the money back (liquidity)?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= PNR/100. A = P(1 + R/100)^N. Compound interest earns interest on 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Spreading savings over several options balances these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second: 900 + 2,000 = 2,900.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percentages, not rupees, when the amounts invested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if Ravi saved 20% instead? (₹4,800 a month.)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for an example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15%. 2) ₹24,200. 3) Shares. 4) ₹40,000.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make a monthly budget for a family of four and find its savings percentage.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Savings and Investment · Std 9 Maths I Ch.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6 FINANCIAL PLANNING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Savings and Investment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avings-and-investment/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does the money go?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family earns ₹30,000 a month. Food, rent, school fees and other bills take ₹25,500.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much is left, and where should it be kept?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avings-and-investment/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₹4,500 left: 15% of the income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Savings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Savings = Income − Expenditure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Income: money earned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Expenditure: money spent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Budget: a written plan of both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Savings % = savings ÷ income × 100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avings-and-investment/budget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Cut other expenses to 5%: savings rise to 25%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to invest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Option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What you get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Bank: savings, FD, RD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Interest at a fixed rate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Post office: NSC, PPF and others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Interest fixed by the government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Gold, land, houses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Price may rise; no interest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Shares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 of profit; price rises or falls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Mutual funds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Experts invest pooled money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Depends on the fund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Simple vs compound interest</a:t>
            </a:r>
            <a:endParaRPr lang="en-US" sz="3000" dirty="0"/>
          </a:p>
        </p:txBody>
      </p:sp>
      <p:sp>
        <p:nvSpPr>
          <p:cNvPr id="4" name="Growth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Growth image" descr="/tmp/claude-0/-home-claude/7116491e-74ad-5a48-9637-67025fdd7b6d/scratchpad/deck/savings-and-investment/g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Growth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₹10,000 at 10% for 5 years: ₹15,000 simple, ₹16,105.10 compound.</a:t>
            </a:r>
            <a:endParaRPr lang="en-US" sz="1400" dirty="0"/>
          </a:p>
        </p:txBody>
      </p:sp>
      <p:sp>
        <p:nvSpPr>
          <p:cNvPr id="7" name="Risk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Risk image" descr="/tmp/claude-0/-home-claude/7116491e-74ad-5a48-9637-67025fdd7b6d/scratchpad/deck/savings-and-investment/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Risk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Shares might end far above a deposit, or below it.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Higher possible return comes with higher risk. The share paths are an illustration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Before you invest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Safety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Could any of the money be lost?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Returns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much will it earn each year?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Liquidity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quickly can you take it out when needed?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Income from savings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Ravi saves 15% of his income: ₹3,600 a month. Find his income.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15x/100 = 3600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= 3600 × 100 ÷ 15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₹24,000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Split investment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₹40,000: part at 6%, rest at 8% simple interest. Interest in a year ₹2,900.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+ y = 40000; 6x + 8y = 290000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2y = 50000: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₹15,000 and ₹25,000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which gained more?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Asha: ₹50,000 in an FD at 8% compound interest for 2 years. Neha: shares bought for ₹30,000, sold for ₹36,000.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Asha: A = 50000 × 1.08² = 58,320, gain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16.64%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Neha: gain 6,000 ÷ 30,000 × 100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20%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Neha gained more, but with more risk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avings-and-investment/as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₹50,000 at 8% for 2 years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Ravi's budget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savings-and-investment/ra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Income ₹24,000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Saving 15% of ₹24,000: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₹3,600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saved each month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₹43,200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saved in a year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Expenditure = ₹24,000 − ₹3,600 = ₹20,400.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total for %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Savings % = savings ÷ income × 100.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CI on the first principal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year's interest is on that year's starting amount.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Comparing rupees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percentage gains.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risk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Shares and gold can fall in value.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Income ₹40,000, expenditure ₹34,000. What % is saved?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₹20,000 at 10% compound interest: amount after 2 years?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has the highest risk: FD, post office scheme, shares, RD?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12% of Meera's income is ₹4,800. Find her income.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Plan your own budget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Savings and Investment lesson on the Visual Science &amp; Maths website. Drag the budget handles and watch an investment grow.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Income tax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avings-and-investment/g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Savings and Investment</dc:title>
  <dc:subject>Std 9 Mathematics Part I, Chapter 6 Financial Planning</dc:subject>
  <dc:creator>Visual Science &amp; Maths</dc:creator>
  <cp:lastModifiedBy>Visual Science &amp; Maths</cp:lastModifiedBy>
  <cp:revision>1</cp:revision>
  <dcterms:created xsi:type="dcterms:W3CDTF">2026-10-10T00:35:51Z</dcterms:created>
  <dcterms:modified xsi:type="dcterms:W3CDTF">2026-10-10T00:35:51Z</dcterms:modified>
</cp:coreProperties>
</file>