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aca7448-caf7-47c9-1e96-fb2f605997fb}">
          <p14:sldIdLst>
            <p14:sldId id="256"/>
            <p14:sldId id="257"/>
          </p14:sldIdLst>
        </p14:section>
        <p14:section name="Key ideas" id="{136e8182-32d2-9b82-7064-53a4cc87fd22}">
          <p14:sldIdLst>
            <p14:sldId id="258"/>
            <p14:sldId id="259"/>
            <p14:sldId id="260"/>
            <p14:sldId id="261"/>
          </p14:sldIdLst>
        </p14:section>
        <p14:section name="Practice" id="{31cd1fb6-c25a-97b6-4bab-f126a01b6ffc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2a1c1d7f-146a-6618-c2bd-3ae33e2ea01a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find the lateral surface area, total surface area and volume of a cuboid, a cube and a right circular cylinder, and know which units to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Surface area answers the first question (cm²), volume the second (cm³). Bring a real box if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net shows why the total surface has a factor 2: opposite faces are equal. For 10 × 6 × 4: lateral 128 cm², total 248 cm², volume 240 cm³.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Lateral surface area of a cube is 4l² (four side faces only).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paper label from a tin shows this nicely. 2πr = 2 × 22/7 × 7 = 44 cm.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Volume of any prism-like solid is area of base × height; for a cylinder the base is a circle πr².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second example, students often stop at l² = 49; remind them to take the square root.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Choose π = 22/7 when r is a multiple of 7: the 7s cancel and the answer is exact.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textbook gives the value of π in each problem: 22/7 or 3.14. Always use the one given.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find one of these mistakes in a classmate's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6 × 16 = 96 cm². 2) 60 cm³. 3) 2 × 22/7 × 7 × 5 = 220 cm². 4) A rectangle, 2πr long and h wide.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measure a box and a tin at home; find the surface area and volume of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Cuboids, Cubes and Cylinders · Std 9 Maths II Ch. 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MATHEMATICS PART II · CH. 9 SURFACE AREA AND VOLUME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Cuboids, Cubes and Cylinders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1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406224"/>
          </a:xfrm>
          <a:prstGeom prst="roundRect">
            <a:avLst>
              <a:gd name="adj" fmla="val 304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cuboids-and-cylinders/cubo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30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Card and space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shoebox needs card to cover it and holds shoes inside. Those are two different questions.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much card covers it? How much does it hold?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520032"/>
          </a:xfrm>
          <a:prstGeom prst="roundRect">
            <a:avLst>
              <a:gd name="adj" fmla="val 290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cuboids-and-cylinders/cubo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44688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7453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10 cm × 6 cm × 4 cm: 240 one-centimetre cubes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Cuboid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V = l × b × h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4 vertical faces: 2(l + b) × 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Total surface area: 2(lb + bh + lh)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6 faces in 3 equal pairs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463128"/>
          </a:xfrm>
          <a:prstGeom prst="roundRect">
            <a:avLst>
              <a:gd name="adj" fmla="val 297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cuboids-and-cylinders/cuboidN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89976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64270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net of a 10 × 6 × 4 cuboid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Cube: a cuboid with equal sides</a:t>
            </a:r>
            <a:endParaRPr lang="en-US" sz="3000" dirty="0"/>
          </a:p>
        </p:txBody>
      </p:sp>
      <p:sp>
        <p:nvSpPr>
          <p:cNvPr id="4" name="Net image frame"/>
          <p:cNvSpPr/>
          <p:nvPr/>
        </p:nvSpPr>
        <p:spPr>
          <a:xfrm>
            <a:off x="420624" y="1060704"/>
            <a:ext cx="4096512" cy="2576937"/>
          </a:xfrm>
          <a:prstGeom prst="roundRect">
            <a:avLst>
              <a:gd name="adj" fmla="val 283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Net image" descr="/tmp/claude-0/-home-claude/7116491e-74ad-5a48-9637-67025fdd7b6d/scratchpad/deck/cuboids-and-cylinders/cubeN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03785"/>
          </a:xfrm>
          <a:prstGeom prst="rect">
            <a:avLst/>
          </a:prstGeom>
        </p:spPr>
      </p:pic>
      <p:sp>
        <p:nvSpPr>
          <p:cNvPr id="6" name="Net text"/>
          <p:cNvSpPr txBox="1"/>
          <p:nvPr/>
        </p:nvSpPr>
        <p:spPr>
          <a:xfrm>
            <a:off x="457200" y="373822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 squares of 25 cm²: total surface area 6l² = 150 cm².</a:t>
            </a:r>
            <a:endParaRPr lang="en-US" sz="1400" dirty="0"/>
          </a:p>
        </p:txBody>
      </p:sp>
      <p:sp>
        <p:nvSpPr>
          <p:cNvPr id="7" name="Solid image frame"/>
          <p:cNvSpPr/>
          <p:nvPr/>
        </p:nvSpPr>
        <p:spPr>
          <a:xfrm>
            <a:off x="4626864" y="1060704"/>
            <a:ext cx="4096512" cy="2576937"/>
          </a:xfrm>
          <a:prstGeom prst="roundRect">
            <a:avLst>
              <a:gd name="adj" fmla="val 283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Solid image" descr="/tmp/claude-0/-home-claude/7116491e-74ad-5a48-9637-67025fdd7b6d/scratchpad/deck/cuboids-and-cylinders/cu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03785"/>
          </a:xfrm>
          <a:prstGeom prst="rect">
            <a:avLst/>
          </a:prstGeom>
        </p:spPr>
      </p:pic>
      <p:sp>
        <p:nvSpPr>
          <p:cNvPr id="9" name="Solid text"/>
          <p:cNvSpPr txBox="1"/>
          <p:nvPr/>
        </p:nvSpPr>
        <p:spPr>
          <a:xfrm>
            <a:off x="4663440" y="373822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Side 7 cm: 6l² = 294 cm², volume l³ = 343 cm³.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Unroll a cylinder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Cut the curved surface straight down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 opens into a rectangle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Length 2πr, breadth 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 curved surface area = 2πrh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20624" y="1106424"/>
            <a:ext cx="3913632" cy="2463128"/>
          </a:xfrm>
          <a:prstGeom prst="roundRect">
            <a:avLst>
              <a:gd name="adj" fmla="val 297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cuboids-and-cylinders/cylN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389976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57200" y="364270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 = 7 cm, h = 10 cm: rectangle 44 cm × 10 cm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Cylinder formulae</a:t>
            </a:r>
            <a:endParaRPr lang="en-US" sz="30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377440"/>
                <a:gridCol w="2926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Measure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Formula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r = 7, h = 10 (π = 22/7)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Curved surface area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2πrh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440 cm²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Total surface area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2πr(r + h)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748 cm²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Volume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πr²h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1540 cm³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Circumference of base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2πr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44 cm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gift box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Cuboid 12 cm × 8 cm × 5 cm. Find the vertical faces, total surface area and volume.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2(20) × 5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200 cm²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2(96 + 40 + 60)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392 cm²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12 × 8 × 5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480 cm³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Back to the side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cube has total surface area 294 cm². Find its side and volume.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6l² = 294, l² = 49,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l = 7 cm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 = 7³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343 cm³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a water tank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cylindrical tank has radius 7 m and height 10 m. Find its curved surface area, total surface area and volume.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 × 22/7 × 7 × 10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440 m²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 × 22/7 × 7 × 17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748 m²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22/7 × 49 × 10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1540 m³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463128"/>
          </a:xfrm>
          <a:prstGeom prst="roundRect">
            <a:avLst>
              <a:gd name="adj" fmla="val 297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cuboids-and-cylinders/cy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89976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64270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 = 7 m, h = 10 m, π = 22/7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Using π = 3.14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576937"/>
          </a:xfrm>
          <a:prstGeom prst="roundRect">
            <a:avLst>
              <a:gd name="adj" fmla="val 283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cuboids-and-cylinders/cylM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503785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756513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Unrolling the curved surface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Cylinder with r = 5 cm, h = 12 cm: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376.8 cm²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curved surface 2πrh</a:t>
            </a:r>
            <a:endParaRPr lang="en-US" sz="22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942 cm³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volume πr²h</a:t>
            </a:r>
            <a:endParaRPr lang="en-US" sz="22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Total surface area 2πr(r + h) = 2 × 3.14 × 5 × 17 = 533.8 cm².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cm² for volume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Area is in cm²; volume is in cm³.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Total for lateral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Four vertical faces: 2(l + b)h only.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Diameter as radius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14 cm across means r = 7 cm.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Forgetting the ends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Closed cylinder: 2πr(r + h), not just 2πrh.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side of a cube is 4 cm. Find its total surface area.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Find the volume of a cuboid 5 cm × 4 cm × 3 cm.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cylinder has r = 7 cm and h = 5 cm. Find its curved surface area (π = 22/7).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shape does the curved surface of a cylinder make when it is unrolled?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Fold and fill the solids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Cuboids, Cubes and Cylinders lesson on the Visual Science &amp; Maths website. Show the 1 cm cubes and unroll the cylinder.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Cones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406224"/>
          </a:xfrm>
          <a:prstGeom prst="roundRect">
            <a:avLst>
              <a:gd name="adj" fmla="val 304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cuboids-and-cylinders/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30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Cuboids, Cubes and Cylinders</dc:title>
  <dc:subject>Std 9 Mathematics Part II, Chapter 9 Surface Area and Volume</dc:subject>
  <dc:creator>Visual Science &amp; Maths</dc:creator>
  <cp:lastModifiedBy>Visual Science &amp; Maths</cp:lastModifiedBy>
  <cp:revision>1</cp:revision>
  <dcterms:created xsi:type="dcterms:W3CDTF">2026-10-10T01:12:13Z</dcterms:created>
  <dcterms:modified xsi:type="dcterms:W3CDTF">2026-10-10T01:12:13Z</dcterms:modified>
</cp:coreProperties>
</file>