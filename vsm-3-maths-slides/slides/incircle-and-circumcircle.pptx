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d28c333-f85b-989e-2881-c8766c11015c}">
          <p14:sldIdLst>
            <p14:sldId id="256"/>
            <p14:sldId id="257"/>
          </p14:sldIdLst>
        </p14:section>
        <p14:section name="Key ideas" id="{619d4f96-efcb-2260-41ca-978b673cacc1}">
          <p14:sldIdLst>
            <p14:sldId id="258"/>
            <p14:sldId id="259"/>
            <p14:sldId id="260"/>
            <p14:sldId id="261"/>
          </p14:sldIdLst>
        </p14:section>
        <p14:section name="Practice" id="{ea7691d6-2b65-94ae-b0c4-3fd399c4c88e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3717ec53-ab41-7785-8ca2-04a6815f746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construct the circumcircle and the incircle of a triangle and say where the circumcentre 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usually suggest the middle; the answer is the circumcentre, which is not always inside.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point on the perpendicular bisector of AB is equidistant from A and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slip is to use IA as the radius. The radius is IP, with IP ⊥ BC.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incentre is inside for every triangle; only the circumcentre moves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right triangle the circumradius is half the hypotenuse, the same fact as the median on the hypotenuse in Chapter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largest angle matters: below 90°, equal to 90°, or above 90°.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measure both radii in their own constructions and compare: the ratio is 2 :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one of each with compass and ruler; keep the construction arcs.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explain why two bisectors are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The perpendicular bisectors of the sides. 2) 6.5 cm. 3) The three sides. 4) Outside the triangle (it is obtuse-angled).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construct the incircle and circumcircle of a triangle with sides 7, 8 and 9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Incircle and Circumcircle · Std 9 Maths II Ch.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6 CIRCLE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Incircle and Circumcircle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incircle-and-circumcircle/ac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well, three villages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Three villages A, B and C want one well that is the same distance from all three.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should they dig?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incircle-and-circumcircle/ac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 is equally far from A, B and 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circumcircle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OA = OB = OC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Passes through all three vertices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Centre O: where the perpendicular bisectors of the sides meet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 bisectors are enough; the third passes through O too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Radius OA is the circumradius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incircle-and-circumcircle/circha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Perpendicular bisectors of AB and BC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incircle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 is equidistant from the sides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Touches all three sides from inside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Centre I: where the angle bisectors meet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Radius is the perpendicular IP to a side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incentre is always inside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incircle-and-circumcircle/inac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Incircle of the same triangle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is the circumcentre?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2377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Triangle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Circumcentre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Example angles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Acute-angled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inside the triangle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50°, 60°, 70°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Right-angled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midpoint of the hypotenuse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30°, 60°, 90°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Obtuse-angled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outside the triangle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20°, 35°, 125°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Right and obtuse</a:t>
            </a:r>
            <a:endParaRPr lang="en-US" sz="3000" dirty="0"/>
          </a:p>
        </p:txBody>
      </p:sp>
      <p:sp>
        <p:nvSpPr>
          <p:cNvPr id="4" name="Right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Right image" descr="/tmp/claude-0/-home-claude/7116491e-74ad-5a48-9637-67025fdd7b6d/scratchpad/deck/incircle-and-circumcircle/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Right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Sides 6, 8, 10 cm: O is the midpoint of AC; radius 5 cm.</a:t>
            </a:r>
            <a:endParaRPr lang="en-US" sz="1400" dirty="0"/>
          </a:p>
        </p:txBody>
      </p:sp>
      <p:sp>
        <p:nvSpPr>
          <p:cNvPr id="7" name="Obtuse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Obtuse image" descr="/tmp/claude-0/-home-claude/7116491e-74ad-5a48-9637-67025fdd7b6d/scratchpad/deck/incircle-and-circumcircle/obt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Obtuse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∠B ≈ 116.6°: O lies outside the triangle.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right triangle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∠B = 90°, AB = 6 cm, BC = 8 cm. Find the circumcentre and circumradius.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AC = √(36 + 64) = 10 cm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= midpoint of AC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Circumradius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cm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Inside or outside?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Angles (a) 50°, 60°, 70°; (b) 30°, 60°, 90°; (c) 20°, 35°, 125°.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(a)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inside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(b)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midpoint of the hypotenuse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(c)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outside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 equilateral triangle, side 6 cm</a:t>
            </a:r>
            <a:endParaRPr lang="en-US" sz="3000" dirty="0"/>
          </a:p>
        </p:txBody>
      </p:sp>
      <p:sp>
        <p:nvSpPr>
          <p:cNvPr id="4" name="Incircle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ncircle image" descr="/tmp/claude-0/-home-claude/7116491e-74ad-5a48-9637-67025fdd7b6d/scratchpad/deck/incircle-and-circumcircle/ineq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Incircle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Inradius ≈ 1.73 cm (√3 cm).</a:t>
            </a:r>
            <a:endParaRPr lang="en-US" sz="1400" dirty="0"/>
          </a:p>
        </p:txBody>
      </p:sp>
      <p:sp>
        <p:nvSpPr>
          <p:cNvPr id="7" name="Circumcircle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ircumcircle image" descr="/tmp/claude-0/-home-claude/7116491e-74ad-5a48-9637-67025fdd7b6d/scratchpad/deck/incircle-and-circumcircle/circequ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Circumcircle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Circumradius ≈ 3.46 cm (2√3 cm): twice the inradius.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Here each angle bisector is also a perpendicular bisector, so I and O are the same point.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Construct it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Draw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Draw the triangle with the given measures.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Bisect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Perpendicular bisectors of two sides, or bisectors of two angles.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Mark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 the meeting point O (or I). For I, draw IP ⊥ BC.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Circle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Radius OA for the circumcircle, IP for the incircle.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up the bisectors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Circumcircle: sides. Incircle: angles.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incircle radius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IP ⊥ side, not IA.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“Always inside”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circumcentre is outside an obtuse triangle.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Drawing all three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bisectors fix the centre; the third is a check.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lines meet at the circumcentre?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right triangle has hypotenuse 13 cm. Find its circumradius.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incentre is equidistant from the three vertices or the three sides?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Angles 25°, 40°, 115°: where is the circumcentre?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Build the circles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Incircle and Circumcircle lesson on the Visual Science &amp; Maths website. Drag the vertices and press “Play construction”.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Co-ordinate Geometry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incircle-and-circumcircle/in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Incircle and Circumcircle</dc:title>
  <dc:subject>Std 9 Mathematics Part II, Chapter 6 Circle</dc:subject>
  <dc:creator>Visual Science &amp; Maths</dc:creator>
  <cp:lastModifiedBy>Visual Science &amp; Maths</cp:lastModifiedBy>
  <cp:revision>1</cp:revision>
  <dcterms:created xsi:type="dcterms:W3CDTF">2026-10-10T01:09:12Z</dcterms:created>
  <dcterms:modified xsi:type="dcterms:W3CDTF">2026-10-10T01:09:12Z</dcterms:modified>
</cp:coreProperties>
</file>