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b6ca156-c3a5-5d4a-0f51-1b5f87b5b2e5}">
          <p14:sldIdLst>
            <p14:sldId id="256"/>
            <p14:sldId id="257"/>
          </p14:sldIdLst>
        </p14:section>
        <p14:section name="Key ideas" id="{073fd686-cbff-1076-d1e0-864a3854e298}">
          <p14:sldIdLst>
            <p14:sldId id="258"/>
            <p14:sldId id="259"/>
            <p14:sldId id="260"/>
            <p14:sldId id="261"/>
          </p14:sldIdLst>
        </p14:section>
        <p14:section name="Practice" id="{c5a6ab0a-b6b5-d30a-b51a-1cb2f35a8a72}">
          <p14:sldIdLst>
            <p14:sldId id="262"/>
            <p14:sldId id="263"/>
            <p14:sldId id="264"/>
            <p14:sldId id="265"/>
            <p14:sldId id="266"/>
          </p14:sldIdLst>
        </p14:section>
        <p14:section name="Wrap-up" id="{c4fb84e1-7f4d-bda6-576e-887bee7b6830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use the interior, alternate and corresponding angle tests to show two lines are parallel.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She measures the angles both shelves make with the same upright.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back to converses in Chapter 1: here the converses are true.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Any one pair passing a test is enough.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Interior angle test, indirect proof: if the lines met at T, the triangle there would have two angles adding to 180°, leaving 0° at 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follow from the interior angle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second, check by substituting x = 34 into both angles.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corollaries used one after the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∠c = ∠p, then ∠d + ∠p = ∠d + ∠c = 180°, so the alternate test follows from the interior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say “by the … test” every time they conclude l ∥ 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Yes, alternate angle test. 2) No: 190° ≠ 180°. 3) x = 15. 4) l ∥ 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Homework: draw two lines and a transversal, measure a pair of corresponding angles, and decide if the lines are parallel.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Tests for Parallel Lines · Std 9 Maths II Ch.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MATHEMATICS PART II · CH. 2 PARALLEL LINES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Tests for Parallel Lines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2 · Visual Science &amp; Maths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411263"/>
          </a:xfrm>
          <a:prstGeom prst="roundRect">
            <a:avLst>
              <a:gd name="adj" fmla="val 303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tests-for-parallel-lines/corrY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381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Is this shelf level?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carpenter wants two shelves to be parallel. She cannot follow them to see if they meet.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Can one pair of angles tell her?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525317"/>
          </a:xfrm>
          <a:prstGeom prst="roundRect">
            <a:avLst>
              <a:gd name="adj" fmla="val 289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tests-for-parallel-lines/corrN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452165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750613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65° and 50°: the lines meet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Properties and tests</a:t>
            </a:r>
            <a:endParaRPr lang="en-US" sz="3000" dirty="0"/>
          </a:p>
        </p:txBody>
      </p:sp>
      <p:sp>
        <p:nvSpPr>
          <p:cNvPr id="4" name="Points"/>
          <p:cNvSpPr txBox="1"/>
          <p:nvPr/>
        </p:nvSpPr>
        <p:spPr>
          <a:xfrm>
            <a:off x="457200" y="109728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Property: l ∥ m, so the angles are related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Test: the angles are related, so l ∥ 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Each test is a converse of a property</a:t>
            </a:r>
            <a:endParaRPr lang="en-US" sz="1600" dirty="0"/>
          </a:p>
        </p:txBody>
      </p:sp>
      <p:sp>
        <p:nvSpPr>
          <p:cNvPr id="5" name="Concept image frame"/>
          <p:cNvSpPr/>
          <p:nvPr/>
        </p:nvSpPr>
        <p:spPr>
          <a:xfrm>
            <a:off x="4809744" y="1106424"/>
            <a:ext cx="3913632" cy="2468290"/>
          </a:xfrm>
          <a:prstGeom prst="roundRect">
            <a:avLst>
              <a:gd name="adj" fmla="val 296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Concept image" descr="/tmp/claude-0/-home-claude/7116491e-74ad-5a48-9637-67025fdd7b6d/scratchpad/deck/tests-for-parallel-lines/corrY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395138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846320" y="364786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∠a = ∠p = 65°: l ∥ 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three tests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Big 1"/>
          <p:cNvSpPr txBox="1"/>
          <p:nvPr/>
        </p:nvSpPr>
        <p:spPr>
          <a:xfrm>
            <a:off x="731520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180°</a:t>
            </a:r>
            <a:endParaRPr lang="en-US" sz="3000" dirty="0"/>
          </a:p>
        </p:txBody>
      </p:sp>
      <p:sp>
        <p:nvSpPr>
          <p:cNvPr id="6" name="Card head 1"/>
          <p:cNvSpPr txBox="1"/>
          <p:nvPr/>
        </p:nvSpPr>
        <p:spPr>
          <a:xfrm>
            <a:off x="731520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Interior angle test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Interior angles on one side supplementary → parallel.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3270504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Big 2"/>
          <p:cNvSpPr txBox="1"/>
          <p:nvPr/>
        </p:nvSpPr>
        <p:spPr>
          <a:xfrm>
            <a:off x="3544824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=</a:t>
            </a:r>
            <a:endParaRPr lang="en-US" sz="3000" dirty="0"/>
          </a:p>
        </p:txBody>
      </p:sp>
      <p:sp>
        <p:nvSpPr>
          <p:cNvPr id="10" name="Card head 2"/>
          <p:cNvSpPr txBox="1"/>
          <p:nvPr/>
        </p:nvSpPr>
        <p:spPr>
          <a:xfrm>
            <a:off x="3544824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Alternate angle test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3544824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pair of alternate angles congruent → parallel.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6083808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13" name="Big 3"/>
          <p:cNvSpPr txBox="1"/>
          <p:nvPr/>
        </p:nvSpPr>
        <p:spPr>
          <a:xfrm>
            <a:off x="6358128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=</a:t>
            </a:r>
            <a:endParaRPr lang="en-US" sz="3000" dirty="0"/>
          </a:p>
        </p:txBody>
      </p:sp>
      <p:sp>
        <p:nvSpPr>
          <p:cNvPr id="14" name="Card head 3"/>
          <p:cNvSpPr txBox="1"/>
          <p:nvPr/>
        </p:nvSpPr>
        <p:spPr>
          <a:xfrm>
            <a:off x="6358128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Corresponding test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6358128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pair of corresponding angles congruent → parallel.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Pass or fail</a:t>
            </a:r>
            <a:endParaRPr lang="en-US" sz="3000" dirty="0"/>
          </a:p>
        </p:txBody>
      </p:sp>
      <p:sp>
        <p:nvSpPr>
          <p:cNvPr id="4" name="110° + 70° = 180° image frame"/>
          <p:cNvSpPr/>
          <p:nvPr/>
        </p:nvSpPr>
        <p:spPr>
          <a:xfrm>
            <a:off x="420624" y="1060704"/>
            <a:ext cx="4096512" cy="2582344"/>
          </a:xfrm>
          <a:prstGeom prst="roundRect">
            <a:avLst>
              <a:gd name="adj" fmla="val 28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110° + 70° = 180° image" descr="/tmp/claude-0/-home-claude/7116491e-74ad-5a48-9637-67025fdd7b6d/scratchpad/deck/tests-for-parallel-lines/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509192"/>
          </a:xfrm>
          <a:prstGeom prst="rect">
            <a:avLst/>
          </a:prstGeom>
        </p:spPr>
      </p:pic>
      <p:sp>
        <p:nvSpPr>
          <p:cNvPr id="6" name="110° + 70° = 180° text"/>
          <p:cNvSpPr txBox="1"/>
          <p:nvPr/>
        </p:nvSpPr>
        <p:spPr>
          <a:xfrm>
            <a:off x="457200" y="37436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110° + 70° = 180°: passes, so l ∥ m.</a:t>
            </a:r>
            <a:endParaRPr lang="en-US" sz="1400" dirty="0"/>
          </a:p>
        </p:txBody>
      </p:sp>
      <p:sp>
        <p:nvSpPr>
          <p:cNvPr id="7" name="95° + 95° = 190° image frame"/>
          <p:cNvSpPr/>
          <p:nvPr/>
        </p:nvSpPr>
        <p:spPr>
          <a:xfrm>
            <a:off x="4626864" y="1060704"/>
            <a:ext cx="4096512" cy="2582344"/>
          </a:xfrm>
          <a:prstGeom prst="roundRect">
            <a:avLst>
              <a:gd name="adj" fmla="val 28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95° + 95° = 190° image" descr="/tmp/claude-0/-home-claude/7116491e-74ad-5a48-9637-67025fdd7b6d/scratchpad/deck/tests-for-parallel-lines/intN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509192"/>
          </a:xfrm>
          <a:prstGeom prst="rect">
            <a:avLst/>
          </a:prstGeom>
        </p:spPr>
      </p:pic>
      <p:sp>
        <p:nvSpPr>
          <p:cNvPr id="9" name="95° + 95° = 190° text"/>
          <p:cNvSpPr txBox="1"/>
          <p:nvPr/>
        </p:nvSpPr>
        <p:spPr>
          <a:xfrm>
            <a:off x="4663440" y="37436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95° + 95° = 190°: fails, the lines meet.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Two corollaries</a:t>
            </a:r>
            <a:endParaRPr lang="en-US" sz="3000" dirty="0"/>
          </a:p>
        </p:txBody>
      </p:sp>
      <p:sp>
        <p:nvSpPr>
          <p:cNvPr id="4" name="Points"/>
          <p:cNvSpPr txBox="1"/>
          <p:nvPr/>
        </p:nvSpPr>
        <p:spPr>
          <a:xfrm>
            <a:off x="4663440" y="109728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line perpendicular to two lines makes them parallel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Two lines parallel to a third line are parallel to each other</a:t>
            </a:r>
            <a:endParaRPr lang="en-US" sz="1600" dirty="0"/>
          </a:p>
        </p:txBody>
      </p:sp>
      <p:sp>
        <p:nvSpPr>
          <p:cNvPr id="5" name="Concept image frame"/>
          <p:cNvSpPr/>
          <p:nvPr/>
        </p:nvSpPr>
        <p:spPr>
          <a:xfrm>
            <a:off x="420624" y="1106424"/>
            <a:ext cx="3913632" cy="2468290"/>
          </a:xfrm>
          <a:prstGeom prst="roundRect">
            <a:avLst>
              <a:gd name="adj" fmla="val 296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Concept image" descr="/tmp/claude-0/-home-claude/7116491e-74ad-5a48-9637-67025fdd7b6d/scratchpad/deck/tests-for-parallel-lines/per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395138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57200" y="364786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90° + 90° = 180°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Name the test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Corresponding angles ∠a = 72° and ∠p = 72°.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Equal corresponding angles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Corresponding angle test: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l ∥ m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Find x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Interior angles (2x + 16)° and (3x − 6)°.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5x + 10 = 180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x = 34: 84° + 96°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= 180°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corollaries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l ⊥ n and m ⊥ n. Line k ∥ m. How are k and l related?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l ⊥ n, m ⊥ n, so l ∥ m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k ∥ m and l ∥ m, so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k ∥ l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468290"/>
          </a:xfrm>
          <a:prstGeom prst="roundRect">
            <a:avLst>
              <a:gd name="adj" fmla="val 296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tests-for-parallel-lines/per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395138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64786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l ⊥ t and m ⊥ 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Two more passes</a:t>
            </a:r>
            <a:endParaRPr lang="en-US" sz="3000" dirty="0"/>
          </a:p>
        </p:txBody>
      </p:sp>
      <p:sp>
        <p:nvSpPr>
          <p:cNvPr id="4" name="∠c = ∠p = 110° image frame"/>
          <p:cNvSpPr/>
          <p:nvPr/>
        </p:nvSpPr>
        <p:spPr>
          <a:xfrm>
            <a:off x="420624" y="1060704"/>
            <a:ext cx="4096512" cy="2582344"/>
          </a:xfrm>
          <a:prstGeom prst="roundRect">
            <a:avLst>
              <a:gd name="adj" fmla="val 28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∠c = ∠p = 110° image" descr="/tmp/claude-0/-home-claude/7116491e-74ad-5a48-9637-67025fdd7b6d/scratchpad/deck/tests-for-parallel-lines/a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509192"/>
          </a:xfrm>
          <a:prstGeom prst="rect">
            <a:avLst/>
          </a:prstGeom>
        </p:spPr>
      </p:pic>
      <p:sp>
        <p:nvSpPr>
          <p:cNvPr id="6" name="∠c = ∠p = 110° text"/>
          <p:cNvSpPr txBox="1"/>
          <p:nvPr/>
        </p:nvSpPr>
        <p:spPr>
          <a:xfrm>
            <a:off x="457200" y="37436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Alternate angles ∠c = ∠p = 110°: l ∥ m.</a:t>
            </a:r>
            <a:endParaRPr lang="en-US" sz="1400" dirty="0"/>
          </a:p>
        </p:txBody>
      </p:sp>
      <p:sp>
        <p:nvSpPr>
          <p:cNvPr id="7" name="84° + 96° = 180° image frame"/>
          <p:cNvSpPr/>
          <p:nvPr/>
        </p:nvSpPr>
        <p:spPr>
          <a:xfrm>
            <a:off x="4626864" y="1060704"/>
            <a:ext cx="4096512" cy="2582344"/>
          </a:xfrm>
          <a:prstGeom prst="roundRect">
            <a:avLst>
              <a:gd name="adj" fmla="val 28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84° + 96° = 180° image" descr="/tmp/claude-0/-home-claude/7116491e-74ad-5a48-9637-67025fdd7b6d/scratchpad/deck/tests-for-parallel-lines/ex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509192"/>
          </a:xfrm>
          <a:prstGeom prst="rect">
            <a:avLst/>
          </a:prstGeom>
        </p:spPr>
      </p:pic>
      <p:sp>
        <p:nvSpPr>
          <p:cNvPr id="9" name="84° + 96° = 180° text"/>
          <p:cNvSpPr txBox="1"/>
          <p:nvPr/>
        </p:nvSpPr>
        <p:spPr>
          <a:xfrm>
            <a:off x="4663440" y="37436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Interior angles 84° + 96° = 180°: l ∥ 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Testing the wrong pair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Vertically opposite angles say nothing about l and m.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“Equal interior angles”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They must add up to 180°.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Property or test?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test ends with l ∥ m.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Wrong positions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Alternate: opposite sides; interior: same side.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Alternate angles are 63° and 63°. Are the lines parallel?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Interior angles on the same side are 95° and 95°. Are the lines parallel?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Corresponding angles are (3x + 5)° and 50°. Find x for l ∥ m.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 ⊥ n and m ⊥ n in one plane. How are l and m related?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Test the lines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Tests for Parallel Lines lesson on the Visual Science &amp; Maths website. Set the angle at m and find the one value that makes the lines parallel.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chapter: Triangles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411263"/>
          </a:xfrm>
          <a:prstGeom prst="roundRect">
            <a:avLst>
              <a:gd name="adj" fmla="val 303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tests-for-parallel-lines/corrY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381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Tests for Parallel Lines</dc:title>
  <dc:subject>Std 9 Mathematics Part II, Chapter 2 Parallel Lines</dc:subject>
  <dc:creator>Visual Science &amp; Maths</dc:creator>
  <cp:lastModifiedBy>Visual Science &amp; Maths</cp:lastModifiedBy>
  <cp:revision>1</cp:revision>
  <dcterms:created xsi:type="dcterms:W3CDTF">2026-10-10T00:57:38Z</dcterms:created>
  <dcterms:modified xsi:type="dcterms:W3CDTF">2026-10-10T00:57:38Z</dcterms:modified>
</cp:coreProperties>
</file>