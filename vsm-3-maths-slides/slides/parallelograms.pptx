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3d71e0c-00c6-eb69-81fc-fe9a69550c87}">
          <p14:sldIdLst>
            <p14:sldId id="256"/>
            <p14:sldId id="257"/>
          </p14:sldIdLst>
        </p14:section>
        <p14:section name="Key ideas" id="{bc10ad5f-c1cd-b3f8-636d-ed20ed521d2e}">
          <p14:sldIdLst>
            <p14:sldId id="258"/>
            <p14:sldId id="259"/>
            <p14:sldId id="260"/>
            <p14:sldId id="261"/>
          </p14:sldIdLst>
        </p14:section>
        <p14:section name="Practice" id="{3d9de76b-a704-bebe-09f8-9a736fa5fd2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3c563db-7b76-980d-2d3a-e4fb6fdb308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properties of a parallelogram (opposite sides and angles congruent, diagonals bisect each other, adjacent angles supplementary) and the tests for a parallelogram.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folding gate or a scissor lift shows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letters in order round the shape to find opposite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Proof: diagonal AC splits the parallelogram into △ABC ≅ △CDA (A-S-A, using alternate angles).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“any one”: a single test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pair of parallel sides is not enough, unless that pair is also congruent.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uses the ratio method from Algebra.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confirms BC = DA = 5 cm and ∠A = ∠C ≈ 43.7°.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diagonals happen only in a rectangle or square; that is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give a counter-example shape for each wrong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125° (opposite angles). 2) 108° (adjacent angles are supplementary). 3) 12 cm. 4) No: a trapezium has one parallel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a parallelogram on squared paper and measure its sides, angles and diagonal halves.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Parallelograms · Std 9 Maths II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5 QUADRILATERALS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Parallelograms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arallelograms/p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gate that leans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Push a rectangular gate sideways. It slants, but its opposite bars stay parallel.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stays the same when it leans?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arallelograms/p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Opposite bars stay parallel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 parallelogram?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pairs of opposite sides are parallel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□ABCD: AB ∥ DC and AD ∥ BC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Opposite sides: AB and DC; adjacent sides: AB and BC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Opposite angles: ∠A and ∠C; adjacent: ∠A and ∠B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parallelograms/p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Arrows mark parallel sides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Properties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AB = CD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Opposite sides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sides of a parallelogram are congruent.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∠A = ∠C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Opposite angles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angles of a parallelogram are congruent.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AO = OC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Diagonals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diagonals bisect each other.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180°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Adjacent angles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Adjacent angles are supplementary.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Tests for a parallelogram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quadrilateral is a parallelogram if any one of these is true: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pairs of opposite sides congruent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pairs of opposite angles congruent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Diagonals bisect each other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pair of opposite sides parallel and congruent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parallelograms/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 and DC: parallel and congruent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 parallelograms</a:t>
            </a:r>
            <a:endParaRPr lang="en-US" sz="3000" dirty="0"/>
          </a:p>
        </p:txBody>
      </p:sp>
      <p:sp>
        <p:nvSpPr>
          <p:cNvPr id="4" name="Any quadrilateral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ny quadrilateral image" descr="/tmp/claude-0/-home-claude/7116491e-74ad-5a48-9637-67025fdd7b6d/scratchpad/deck/parallelograms/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Any quadrilateral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parallel sides: every test fails.</a:t>
            </a:r>
            <a:endParaRPr lang="en-US" sz="1400" dirty="0"/>
          </a:p>
        </p:txBody>
      </p:sp>
      <p:sp>
        <p:nvSpPr>
          <p:cNvPr id="7" name="Trapezium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rapezium image" descr="/tmp/claude-0/-home-claude/7116491e-74ad-5a48-9637-67025fdd7b6d/scratchpad/deck/parallelograms/tr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Trapezium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AB ∥ DC: AB = 10, CD = 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Angles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In parallelogram PQRS, ∠P = 70°. Find the other angles.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∠R = ∠P = 70° (opposite)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∠Q = 180° − 70° = 110°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∠R = 70°, ∠Q = ∠S = 110°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Sides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Perimeter 64 cm and AB : BC = 5 : 3. Find the sides.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2(AB + BC) = 64, AB + BC = 32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8k = 32, k = 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AB = CD = 20 cm, BC = AD = 12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use a test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On a centimetre grid A is at (1, 1), B (7, 2), C (10, 6), D (4, 5). Is ABCD a parallelogram?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to B: 6 right, 1 up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to C: 6 right, 1 up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AB ∥ DC and AB = DC: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parallelogram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arallelograms/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A(1, 1), B(7, 2), C(10, 6), D(4, 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Diagonals bisect each other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parallelograms/p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 = 7 cm, BC = 5.83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parallelogram on the left: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5.59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AO = OC (cm)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3.2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 = OD (cm)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halves are equal, but the two diagonals are not equal to each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Adjacent angles equal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angles are equal; adjacent ones add to 180°.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Diagonals equal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bisect each other but are equal only in a rectangle.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parallel pair is enough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a trapezium. The pair must also be congruent.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Opposite vs adjacent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□ABCD, AB is opposite DC, not BC.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parallelogram ABCD, ∠B = 125°. Find ∠D.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parallelogram ABCD, ∠A = 72°. Find ∠B.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Diagonals of parallelogram PQRS meet at O and PO = 6 cm. Find PR.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“one pair of opposite sides parallel” enough to prove a parallelogram?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Bend the parallelogram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Parallelograms lesson on the Visual Science &amp; Maths website. Tick “Keep ABCD a parallelogram” and drag the corners.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Rectangle, rhombus, square and trapezium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arallelograms/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Parallelograms</dc:title>
  <dc:subject>Std 9 Mathematics Part II, Chapter 5 Quadrilaterals</dc:subject>
  <dc:creator>Visual Science &amp; Maths</dc:creator>
  <cp:lastModifiedBy>Visual Science &amp; Maths</cp:lastModifiedBy>
  <cp:revision>1</cp:revision>
  <dcterms:created xsi:type="dcterms:W3CDTF">2026-10-10T01:09:03Z</dcterms:created>
  <dcterms:modified xsi:type="dcterms:W3CDTF">2026-10-10T01:09:03Z</dcterms:modified>
</cp:coreProperties>
</file>