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ecfd4ff-a671-6d60-5da1-3b13322fe2db}">
          <p14:sldIdLst>
            <p14:sldId id="256"/>
            <p14:sldId id="257"/>
          </p14:sldIdLst>
        </p14:section>
        <p14:section name="Key ideas" id="{740d15fa-8268-6c08-9564-8dedfbaf97e9}">
          <p14:sldIdLst>
            <p14:sldId id="258"/>
            <p14:sldId id="259"/>
            <p14:sldId id="260"/>
            <p14:sldId id="261"/>
          </p14:sldIdLst>
        </p14:section>
        <p14:section name="Practice" id="{d3fed76a-8d65-e2bb-b6a2-bdf1d7f2d39c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ea11a15b-4f44-8bd7-dd55-eba599ce4eb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name the axes and origin, read and write the co-ordinates of a point, give the quadrant from the signs, and plot any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a cinema seat is found: row and seat number. Two numbers, in a fixed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one number line: point A 4 units left of O has co-ordinate −4. Then add the second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order. (3, 2) and (2, 3) are different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Quadrants are numbered anticlockwise from the top right. Points on an axis are not in any quadrant.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co-ordinate is 0 for every point on the X-axis? (y)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the signs only; there is no need to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second example, test with numbers: (−3, 5) and (5, −3).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set both pictures up in the simulation from the worked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student to plot (1, 4) and (4, 1) on the board to show the first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Quadrant III. 2) On the Y-axis. 3) Quadrant IV. 4) 2 units left, then 5 units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plot six points of your choice, two on the axes, and name where each 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Axes, Quadrants and Plotting Points · Std 9 Maths II Ch.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7 CO-ORDINATE GEOMETRY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Axes, Quadrants and Plotting Points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884932"/>
          </a:xfrm>
          <a:prstGeom prst="roundRect">
            <a:avLst>
              <a:gd name="adj" fmla="val 253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plotting-points/p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11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numbers, one place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“Meet me at the bench two steps east and three steps north of the gate.” One number fixes a point on a line. A point in a plane needs two.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do we give every point of a page its own address?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3022092"/>
          </a:xfrm>
          <a:prstGeom prst="roundRect">
            <a:avLst>
              <a:gd name="adj" fmla="val 242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plotting-points/p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94894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2473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P(3, 2): 3 right, 2 up from 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Axes and origin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X-axis: the horizontal number 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Y-axis: the vertical number 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They meet at right angles at the origin 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Right of O and above O: positive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Left of O and below O: negative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953512"/>
          </a:xfrm>
          <a:prstGeom prst="roundRect">
            <a:avLst>
              <a:gd name="adj" fmla="val 247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plotting-points/q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803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Perpendiculars from P meet the axes at −4 and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Co-ordinates of a point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P(x, y)</a:t>
            </a:r>
            <a:endParaRPr lang="en-US" sz="26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Drop perpendiculars from P to both axes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Foot on the X-axis: the x co-ordinate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Foot on the Y-axis: the y co-ordinate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x first: (x, y) is an ordered pair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origin is O(0, 0)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953512"/>
          </a:xfrm>
          <a:prstGeom prst="roundRect">
            <a:avLst>
              <a:gd name="adj" fmla="val 247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plotting-points/p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88036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 co-ordinate 3, y co-ordinate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Quadrants and signs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Quadrant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x co-ordinate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y co-ordinate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I (top right)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(4, 1)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II (top left)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(−2, 5)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III (bottom left)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(−6, −3)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IV (bottom right)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(1, −4)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On the X-axis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(7, 0)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On the Y-axis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(0, −5)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Order matters</a:t>
            </a:r>
            <a:endParaRPr lang="en-US" sz="3000" dirty="0"/>
          </a:p>
        </p:txBody>
      </p:sp>
      <p:sp>
        <p:nvSpPr>
          <p:cNvPr id="4" name="Swapped numbers image frame"/>
          <p:cNvSpPr/>
          <p:nvPr/>
        </p:nvSpPr>
        <p:spPr>
          <a:xfrm>
            <a:off x="542544" y="1060704"/>
            <a:ext cx="3852672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wapped numbers image" descr="/tmp/claude-0/-home-claude/7116491e-74ad-5a48-9637-67025fdd7b6d/scratchpad/deck/plotting-points/sw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20" y="1097280"/>
            <a:ext cx="3779520" cy="2834640"/>
          </a:xfrm>
          <a:prstGeom prst="rect">
            <a:avLst/>
          </a:prstGeom>
        </p:spPr>
      </p:pic>
      <p:sp>
        <p:nvSpPr>
          <p:cNvPr id="6" name="Swapped numbers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A(2, −5) is in Quadrant IV; B(−5, 2) is in Quadrant II.</a:t>
            </a:r>
            <a:endParaRPr lang="en-US" sz="1400" dirty="0"/>
          </a:p>
        </p:txBody>
      </p:sp>
      <p:sp>
        <p:nvSpPr>
          <p:cNvPr id="7" name="On an axis image frame"/>
          <p:cNvSpPr/>
          <p:nvPr/>
        </p:nvSpPr>
        <p:spPr>
          <a:xfrm>
            <a:off x="4748784" y="1060704"/>
            <a:ext cx="3852672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On an axis image" descr="/tmp/claude-0/-home-claude/7116491e-74ad-5a48-9637-67025fdd7b6d/scratchpad/deck/plotting-points/ax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60" y="1097280"/>
            <a:ext cx="3779520" cy="2834640"/>
          </a:xfrm>
          <a:prstGeom prst="rect">
            <a:avLst/>
          </a:prstGeom>
        </p:spPr>
      </p:pic>
      <p:sp>
        <p:nvSpPr>
          <p:cNvPr id="9" name="On an axis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(0, −5): x is 0, so it is on the Y-axis, in no quadrant.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quadrant or axis?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Where do A(−5, 2), B(4, −1), C(0, −3), D(−2.5, −4) and E(6, 0) lie?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(−, +):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Quadrant II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 (+, −):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Quadrant IV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C: x = 0,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on the Y-axis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 (−, −):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Quadrant III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E: y = 0,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on the X-axis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53512"/>
          </a:xfrm>
          <a:prstGeom prst="roundRect">
            <a:avLst>
              <a:gd name="adj" fmla="val 247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plotting-points/f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8036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A, B, C, D and E plotted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Plot and name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Plot P(−4, −2), Q(3, −2), R(3, 2), S(−4, 2) and join them. What is PQRS?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PQ = 3 − (−4) = 7, QR = 2 − (−2) = 4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Right angles at every corner: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rectangle 7 by 4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Reason with signs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(a, b) is in Quadrant II. Where is (b, a)?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&lt; 0 and b &gt; 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(b, a) has signs (+, −):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Quadrant IV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See the answers</a:t>
            </a:r>
            <a:endParaRPr lang="en-US" sz="3000" dirty="0"/>
          </a:p>
        </p:txBody>
      </p:sp>
      <p:sp>
        <p:nvSpPr>
          <p:cNvPr id="4" name="PQRS image frame"/>
          <p:cNvSpPr/>
          <p:nvPr/>
        </p:nvSpPr>
        <p:spPr>
          <a:xfrm>
            <a:off x="542544" y="1060704"/>
            <a:ext cx="3852672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QRS image" descr="/tmp/claude-0/-home-claude/7116491e-74ad-5a48-9637-67025fdd7b6d/scratchpad/deck/plotting-points/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20" y="1097280"/>
            <a:ext cx="3779520" cy="2834640"/>
          </a:xfrm>
          <a:prstGeom prst="rect">
            <a:avLst/>
          </a:prstGeom>
        </p:spPr>
      </p:pic>
      <p:sp>
        <p:nvSpPr>
          <p:cNvPr id="6" name="PQRS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PQRS is a rectangle, 7 units by 4 units.</a:t>
            </a:r>
            <a:endParaRPr lang="en-US" sz="1400" dirty="0"/>
          </a:p>
        </p:txBody>
      </p:sp>
      <p:sp>
        <p:nvSpPr>
          <p:cNvPr id="7" name="Signs image frame"/>
          <p:cNvSpPr/>
          <p:nvPr/>
        </p:nvSpPr>
        <p:spPr>
          <a:xfrm>
            <a:off x="4748784" y="1060704"/>
            <a:ext cx="3852672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Signs image" descr="/tmp/claude-0/-home-claude/7116491e-74ad-5a48-9637-67025fdd7b6d/scratchpad/deck/plotting-points/sig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60" y="1097280"/>
            <a:ext cx="3779520" cy="2834640"/>
          </a:xfrm>
          <a:prstGeom prst="rect">
            <a:avLst/>
          </a:prstGeom>
        </p:spPr>
      </p:pic>
      <p:sp>
        <p:nvSpPr>
          <p:cNvPr id="9" name="Signs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(−3, 5) is in Quadrant II; (5, −3) is in Quadrant IV.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Writing y first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(x, y): (1, 4) is 1 right and 4 up.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the minus sign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 = −3 is 3 units left of O.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Axis points in a quadrant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(0, 6) and (−2, 0) are on the axes.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Clockwise numbering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I, II, III, IV go anticlockwise from the top right.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which quadrant does (−7, −2) lie?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does the point (0, 4) lie?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x is positive and y is negative. Which quadrant?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From O, how do you move to plot (−2, 5)?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Plot the points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Axes, Quadrants and Plotting Points lesson on the Visual Science &amp; Maths website. Try “Find the point”: the co-ordinates are hidden until you check.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Lines parallel to the axes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884932"/>
          </a:xfrm>
          <a:prstGeom prst="roundRect">
            <a:avLst>
              <a:gd name="adj" fmla="val 253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plotting-points/f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11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Axes, Quadrants and Plotting Points</dc:title>
  <dc:subject>Std 9 Mathematics Part II, Chapter 7 Co-ordinate Geometry</dc:subject>
  <dc:creator>Visual Science &amp; Maths</dc:creator>
  <cp:lastModifiedBy>Visual Science &amp; Maths</cp:lastModifiedBy>
  <cp:revision>1</cp:revision>
  <dcterms:created xsi:type="dcterms:W3CDTF">2026-10-10T01:13:53Z</dcterms:created>
  <dcterms:modified xsi:type="dcterms:W3CDTF">2026-10-10T01:13:53Z</dcterms:modified>
</cp:coreProperties>
</file>